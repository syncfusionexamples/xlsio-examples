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1" r:id="rId2"/>
    <p:sldId id="2562" r:id="rId3"/>
    <p:sldId id="2563" r:id="rId4"/>
    <p:sldId id="2564" r:id="rId5"/>
    <p:sldId id="2565" r:id="rId6"/>
    <p:sldId id="2566" r:id="rId7"/>
    <p:sldId id="2567"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ales Conference 2026" id="{C3673053-D886-489C-92BD-8A9FA63F04AE}">
          <p14:sldIdLst>
            <p14:sldId id="2561"/>
          </p14:sldIdLst>
        </p14:section>
        <p14:section name="Sales Conference 2026 Overview" id="{2216FFBE-DD43-49C3-86B2-D16435BF92D5}">
          <p14:sldIdLst>
            <p14:sldId id="2562"/>
            <p14:sldId id="2563"/>
            <p14:sldId id="2564"/>
            <p14:sldId id="2565"/>
            <p14:sldId id="2566"/>
            <p14:sldId id="25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image" Target="../media/image11.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image" Target="../media/image11.jpeg"/></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CF76211-6D35-49F2-93F4-CBD9A28A216A}" type="doc">
      <dgm:prSet loTypeId="urn:microsoft.com/office/officeart/2024/3/layout/verticalVisualTextBlock1" loCatId="Picture" qsTypeId="urn:microsoft.com/office/officeart/2005/8/quickstyle/simple4" qsCatId="simple" csTypeId="urn:microsoft.com/office/officeart/2005/8/colors/accent0_1" csCatId="mainScheme" phldr="1"/>
      <dgm:spPr/>
      <dgm:t>
        <a:bodyPr/>
        <a:lstStyle/>
        <a:p>
          <a:endParaRPr lang="en-US"/>
        </a:p>
      </dgm:t>
    </dgm:pt>
    <dgm:pt modelId="{B1BFE097-97AD-4823-8B32-0777529B2CA6}">
      <dgm:prSet/>
      <dgm:spPr/>
      <dgm:t>
        <a:bodyPr/>
        <a:lstStyle/>
        <a:p>
          <a:pPr>
            <a:lnSpc>
              <a:spcPct val="100000"/>
            </a:lnSpc>
            <a:defRPr b="1"/>
          </a:pPr>
          <a:r>
            <a:rPr lang="en-US"/>
            <a:t>Clear Conference Roadmap</a:t>
          </a:r>
        </a:p>
      </dgm:t>
    </dgm:pt>
    <dgm:pt modelId="{76FC3742-3DBE-46F4-8661-061F77BB6711}" type="parTrans" cxnId="{BFC55A9E-47A8-4F03-8DD3-4E031C3704A5}">
      <dgm:prSet/>
      <dgm:spPr/>
      <dgm:t>
        <a:bodyPr/>
        <a:lstStyle/>
        <a:p>
          <a:endParaRPr lang="en-US"/>
        </a:p>
      </dgm:t>
    </dgm:pt>
    <dgm:pt modelId="{07C5DA7D-4016-451B-9C55-C586648485AB}" type="sibTrans" cxnId="{BFC55A9E-47A8-4F03-8DD3-4E031C3704A5}">
      <dgm:prSet/>
      <dgm:spPr/>
      <dgm:t>
        <a:bodyPr/>
        <a:lstStyle/>
        <a:p>
          <a:pPr>
            <a:lnSpc>
              <a:spcPct val="100000"/>
            </a:lnSpc>
            <a:defRPr b="1"/>
          </a:pPr>
          <a:endParaRPr lang="en-US"/>
        </a:p>
      </dgm:t>
    </dgm:pt>
    <dgm:pt modelId="{3049FD6E-3AC6-4C5E-91C4-98FBA148FB73}">
      <dgm:prSet/>
      <dgm:spPr/>
      <dgm:t>
        <a:bodyPr/>
        <a:lstStyle/>
        <a:p>
          <a:pPr>
            <a:lnSpc>
              <a:spcPct val="100000"/>
            </a:lnSpc>
          </a:pPr>
          <a:r>
            <a:rPr lang="en-US"/>
            <a:t>The agenda provides a structured roadmap guiding participants through the conference's key topics and flow.</a:t>
          </a:r>
        </a:p>
      </dgm:t>
    </dgm:pt>
    <dgm:pt modelId="{ED16D048-7AF8-4CA5-AFFD-0C8C85D5CB53}" type="parTrans" cxnId="{28B926AD-5111-4ED0-9BF6-0F740AF5765A}">
      <dgm:prSet/>
      <dgm:spPr/>
      <dgm:t>
        <a:bodyPr/>
        <a:lstStyle/>
        <a:p>
          <a:endParaRPr lang="en-US"/>
        </a:p>
      </dgm:t>
    </dgm:pt>
    <dgm:pt modelId="{FC58BAD8-5676-4893-8A7E-B0FDFE8ABE50}" type="sibTrans" cxnId="{28B926AD-5111-4ED0-9BF6-0F740AF5765A}">
      <dgm:prSet/>
      <dgm:spPr/>
      <dgm:t>
        <a:bodyPr/>
        <a:lstStyle/>
        <a:p>
          <a:endParaRPr lang="en-US"/>
        </a:p>
      </dgm:t>
    </dgm:pt>
    <dgm:pt modelId="{DC4AFD24-B219-441F-9E31-BEA7E369EAA2}">
      <dgm:prSet/>
      <dgm:spPr/>
      <dgm:t>
        <a:bodyPr/>
        <a:lstStyle/>
        <a:p>
          <a:pPr>
            <a:lnSpc>
              <a:spcPct val="100000"/>
            </a:lnSpc>
            <a:defRPr b="1"/>
          </a:pPr>
          <a:r>
            <a:rPr lang="en-US"/>
            <a:t>Focused Key Themes</a:t>
          </a:r>
        </a:p>
      </dgm:t>
    </dgm:pt>
    <dgm:pt modelId="{FF77396A-FB06-49F4-B9B3-BD97F2EA95FA}" type="parTrans" cxnId="{A1A71700-7390-4F49-93E9-6ACB59FB3493}">
      <dgm:prSet/>
      <dgm:spPr/>
      <dgm:t>
        <a:bodyPr/>
        <a:lstStyle/>
        <a:p>
          <a:endParaRPr lang="en-US"/>
        </a:p>
      </dgm:t>
    </dgm:pt>
    <dgm:pt modelId="{E071CCFD-2BCB-4737-B2C2-CD79A686384E}" type="sibTrans" cxnId="{A1A71700-7390-4F49-93E9-6ACB59FB3493}">
      <dgm:prSet/>
      <dgm:spPr/>
      <dgm:t>
        <a:bodyPr/>
        <a:lstStyle/>
        <a:p>
          <a:pPr>
            <a:lnSpc>
              <a:spcPct val="100000"/>
            </a:lnSpc>
            <a:defRPr b="1"/>
          </a:pPr>
          <a:endParaRPr lang="en-US"/>
        </a:p>
      </dgm:t>
    </dgm:pt>
    <dgm:pt modelId="{8E5E6653-5237-44D9-B24B-6660689D958F}">
      <dgm:prSet/>
      <dgm:spPr/>
      <dgm:t>
        <a:bodyPr/>
        <a:lstStyle/>
        <a:p>
          <a:pPr>
            <a:lnSpc>
              <a:spcPct val="100000"/>
            </a:lnSpc>
          </a:pPr>
          <a:r>
            <a:rPr lang="en-US"/>
            <a:t>Key themes include sales analysis, market dynamics, customer trends, and upcoming strategic initiatives.</a:t>
          </a:r>
        </a:p>
      </dgm:t>
    </dgm:pt>
    <dgm:pt modelId="{E250FFB3-D7CD-42D1-8A59-89FC42A99FE0}" type="parTrans" cxnId="{991B31FE-2922-44F0-8282-9BC7D8873548}">
      <dgm:prSet/>
      <dgm:spPr/>
      <dgm:t>
        <a:bodyPr/>
        <a:lstStyle/>
        <a:p>
          <a:endParaRPr lang="en-US"/>
        </a:p>
      </dgm:t>
    </dgm:pt>
    <dgm:pt modelId="{7796806C-A4B7-407D-94B5-BCB0A97628B4}" type="sibTrans" cxnId="{991B31FE-2922-44F0-8282-9BC7D8873548}">
      <dgm:prSet/>
      <dgm:spPr/>
      <dgm:t>
        <a:bodyPr/>
        <a:lstStyle/>
        <a:p>
          <a:endParaRPr lang="en-US"/>
        </a:p>
      </dgm:t>
    </dgm:pt>
    <dgm:pt modelId="{A9C8703C-377A-41DB-AF09-BC0B779DDB62}">
      <dgm:prSet/>
      <dgm:spPr/>
      <dgm:t>
        <a:bodyPr/>
        <a:lstStyle/>
        <a:p>
          <a:pPr>
            <a:lnSpc>
              <a:spcPct val="100000"/>
            </a:lnSpc>
            <a:defRPr b="1"/>
          </a:pPr>
          <a:r>
            <a:rPr lang="en-US"/>
            <a:t>Balanced Retrospective and Planning</a:t>
          </a:r>
        </a:p>
      </dgm:t>
    </dgm:pt>
    <dgm:pt modelId="{F677CD70-2A7B-4671-A07A-69CD08527117}" type="parTrans" cxnId="{15298025-F05A-43F4-AF8E-050427CC679E}">
      <dgm:prSet/>
      <dgm:spPr/>
      <dgm:t>
        <a:bodyPr/>
        <a:lstStyle/>
        <a:p>
          <a:endParaRPr lang="en-US"/>
        </a:p>
      </dgm:t>
    </dgm:pt>
    <dgm:pt modelId="{93663B18-C0C8-4C6B-89CC-FA77600FBE0F}" type="sibTrans" cxnId="{15298025-F05A-43F4-AF8E-050427CC679E}">
      <dgm:prSet/>
      <dgm:spPr/>
      <dgm:t>
        <a:bodyPr/>
        <a:lstStyle/>
        <a:p>
          <a:endParaRPr lang="en-US"/>
        </a:p>
      </dgm:t>
    </dgm:pt>
    <dgm:pt modelId="{F61E4151-C404-4E79-894A-AC8E5A3A802E}">
      <dgm:prSet/>
      <dgm:spPr/>
      <dgm:t>
        <a:bodyPr/>
        <a:lstStyle/>
        <a:p>
          <a:pPr>
            <a:lnSpc>
              <a:spcPct val="100000"/>
            </a:lnSpc>
          </a:pPr>
          <a:r>
            <a:rPr lang="en-US"/>
            <a:t>The agenda balances review of past performance with future planning and actionable insights.</a:t>
          </a:r>
        </a:p>
      </dgm:t>
    </dgm:pt>
    <dgm:pt modelId="{50B8A172-9A17-42D5-B778-839A2FBA6B0B}" type="parTrans" cxnId="{35D6F16B-3A26-450D-AD09-1C89BF4E255D}">
      <dgm:prSet/>
      <dgm:spPr/>
      <dgm:t>
        <a:bodyPr/>
        <a:lstStyle/>
        <a:p>
          <a:endParaRPr lang="en-US"/>
        </a:p>
      </dgm:t>
    </dgm:pt>
    <dgm:pt modelId="{D8D5437E-B937-45C8-AC21-DF0D2B2CF84B}" type="sibTrans" cxnId="{35D6F16B-3A26-450D-AD09-1C89BF4E255D}">
      <dgm:prSet/>
      <dgm:spPr/>
      <dgm:t>
        <a:bodyPr/>
        <a:lstStyle/>
        <a:p>
          <a:endParaRPr lang="en-US"/>
        </a:p>
      </dgm:t>
    </dgm:pt>
    <dgm:pt modelId="{95D01A43-B0A8-4BB2-955A-6478BC1F4A1E}" type="pres">
      <dgm:prSet presAssocID="{2CF76211-6D35-49F2-93F4-CBD9A28A216A}" presName="Root" presStyleCnt="0">
        <dgm:presLayoutVars>
          <dgm:dir/>
          <dgm:resizeHandles val="exact"/>
        </dgm:presLayoutVars>
      </dgm:prSet>
      <dgm:spPr/>
    </dgm:pt>
    <dgm:pt modelId="{5D1F6EB7-9140-4C08-A271-5CA2D0A70723}" type="pres">
      <dgm:prSet presAssocID="{B1BFE097-97AD-4823-8B32-0777529B2CA6}" presName="Composite" presStyleCnt="0"/>
      <dgm:spPr/>
    </dgm:pt>
    <dgm:pt modelId="{8B422367-3DB5-457F-BDAB-639C83208AC4}" type="pres">
      <dgm:prSet presAssocID="{B1BFE097-97AD-4823-8B32-0777529B2CA6}"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7825" r="25422" b="-6"/>
          <a:stretch/>
        </a:blipFill>
      </dgm:spPr>
      <dgm:extLst>
        <a:ext uri="{E40237B7-FDA0-4F09-8148-C483321AD2D9}">
          <dgm14:cNvPr xmlns:dgm14="http://schemas.microsoft.com/office/drawing/2010/diagram" id="0" name="" descr="Man presenting in meeting"/>
        </a:ext>
      </dgm:extLst>
    </dgm:pt>
    <dgm:pt modelId="{084D660D-BA09-4CE8-83BB-40EEE43709C0}" type="pres">
      <dgm:prSet presAssocID="{B1BFE097-97AD-4823-8B32-0777529B2CA6}" presName="Subtitle" presStyleLbl="revTx" presStyleIdx="0" presStyleCnt="6">
        <dgm:presLayoutVars>
          <dgm:chMax val="0"/>
          <dgm:bulletEnabled/>
        </dgm:presLayoutVars>
      </dgm:prSet>
      <dgm:spPr/>
    </dgm:pt>
    <dgm:pt modelId="{CB80ED99-A202-43CF-AB6C-BDF940C7ABAC}" type="pres">
      <dgm:prSet presAssocID="{B1BFE097-97AD-4823-8B32-0777529B2CA6}" presName="Description" presStyleLbl="revTx" presStyleIdx="1" presStyleCnt="6">
        <dgm:presLayoutVars>
          <dgm:bulletEnabled/>
        </dgm:presLayoutVars>
      </dgm:prSet>
      <dgm:spPr/>
    </dgm:pt>
    <dgm:pt modelId="{E6A0A971-EAB3-437C-BC15-7C165D303035}" type="pres">
      <dgm:prSet presAssocID="{07C5DA7D-4016-451B-9C55-C586648485AB}" presName="sibTrans" presStyleLbl="sibTrans2D1" presStyleIdx="0" presStyleCnt="0"/>
      <dgm:spPr/>
    </dgm:pt>
    <dgm:pt modelId="{CEF684C4-0261-4F1A-BBC7-89365CCBB221}" type="pres">
      <dgm:prSet presAssocID="{DC4AFD24-B219-441F-9E31-BEA7E369EAA2}" presName="Composite" presStyleCnt="0"/>
      <dgm:spPr/>
    </dgm:pt>
    <dgm:pt modelId="{C764C251-00C8-4F49-B040-71ECEB95B05A}" type="pres">
      <dgm:prSet presAssocID="{DC4AFD24-B219-441F-9E31-BEA7E369EAA2}"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4252" r="-4" b="-3"/>
          <a:stretch/>
        </a:blipFill>
      </dgm:spPr>
      <dgm:extLst>
        <a:ext uri="{E40237B7-FDA0-4F09-8148-C483321AD2D9}">
          <dgm14:cNvPr xmlns:dgm14="http://schemas.microsoft.com/office/drawing/2010/diagram" id="0" name="" descr="Shot of a businessman holding on to a bunch of cryptocurrency balloons on top of a graph against a white background"/>
        </a:ext>
      </dgm:extLst>
    </dgm:pt>
    <dgm:pt modelId="{3F2495A0-AEB9-4EDA-9973-19B70AB9AF1C}" type="pres">
      <dgm:prSet presAssocID="{DC4AFD24-B219-441F-9E31-BEA7E369EAA2}" presName="Subtitle" presStyleLbl="revTx" presStyleIdx="2" presStyleCnt="6">
        <dgm:presLayoutVars>
          <dgm:chMax val="0"/>
          <dgm:bulletEnabled/>
        </dgm:presLayoutVars>
      </dgm:prSet>
      <dgm:spPr/>
    </dgm:pt>
    <dgm:pt modelId="{092C82B9-8926-4BC0-AFBD-B7D750379CEC}" type="pres">
      <dgm:prSet presAssocID="{DC4AFD24-B219-441F-9E31-BEA7E369EAA2}" presName="Description" presStyleLbl="revTx" presStyleIdx="3" presStyleCnt="6">
        <dgm:presLayoutVars>
          <dgm:bulletEnabled/>
        </dgm:presLayoutVars>
      </dgm:prSet>
      <dgm:spPr/>
    </dgm:pt>
    <dgm:pt modelId="{F15770D6-20DD-4D4D-BC1F-47D5EAAFE825}" type="pres">
      <dgm:prSet presAssocID="{E071CCFD-2BCB-4737-B2C2-CD79A686384E}" presName="sibTrans" presStyleLbl="sibTrans2D1" presStyleIdx="0" presStyleCnt="0"/>
      <dgm:spPr/>
    </dgm:pt>
    <dgm:pt modelId="{A78859CD-2E3A-4639-B458-53F32DDDFF4F}" type="pres">
      <dgm:prSet presAssocID="{A9C8703C-377A-41DB-AF09-BC0B779DDB62}" presName="Composite" presStyleCnt="0"/>
      <dgm:spPr/>
    </dgm:pt>
    <dgm:pt modelId="{B3E70FF4-9E17-4A53-B0D6-C2430495E2B3}" type="pres">
      <dgm:prSet presAssocID="{A9C8703C-377A-41DB-AF09-BC0B779DDB62}"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0558" r="22688" b="-6"/>
          <a:stretch/>
        </a:blipFill>
      </dgm:spPr>
      <dgm:extLst>
        <a:ext uri="{E40237B7-FDA0-4F09-8148-C483321AD2D9}">
          <dgm14:cNvPr xmlns:dgm14="http://schemas.microsoft.com/office/drawing/2010/diagram" id="0" name="" descr="Business Finance, accounting, contract, advisor investment consulting marketing plan for the company with using tablet and computer technology in analysis."/>
        </a:ext>
      </dgm:extLst>
    </dgm:pt>
    <dgm:pt modelId="{EF32AA82-BDC5-498D-9DEB-274D64A12649}" type="pres">
      <dgm:prSet presAssocID="{A9C8703C-377A-41DB-AF09-BC0B779DDB62}" presName="Subtitle" presStyleLbl="revTx" presStyleIdx="4" presStyleCnt="6">
        <dgm:presLayoutVars>
          <dgm:chMax val="0"/>
          <dgm:bulletEnabled/>
        </dgm:presLayoutVars>
      </dgm:prSet>
      <dgm:spPr/>
    </dgm:pt>
    <dgm:pt modelId="{09C66556-96F6-4069-BA3D-DB936C4280D4}" type="pres">
      <dgm:prSet presAssocID="{A9C8703C-377A-41DB-AF09-BC0B779DDB62}" presName="Description" presStyleLbl="revTx" presStyleIdx="5" presStyleCnt="6">
        <dgm:presLayoutVars>
          <dgm:bulletEnabled/>
        </dgm:presLayoutVars>
      </dgm:prSet>
      <dgm:spPr/>
    </dgm:pt>
  </dgm:ptLst>
  <dgm:cxnLst>
    <dgm:cxn modelId="{A1A71700-7390-4F49-93E9-6ACB59FB3493}" srcId="{2CF76211-6D35-49F2-93F4-CBD9A28A216A}" destId="{DC4AFD24-B219-441F-9E31-BEA7E369EAA2}" srcOrd="1" destOrd="0" parTransId="{FF77396A-FB06-49F4-B9B3-BD97F2EA95FA}" sibTransId="{E071CCFD-2BCB-4737-B2C2-CD79A686384E}"/>
    <dgm:cxn modelId="{D6D99A01-E5A2-433A-BDA8-971CC71B2405}" type="presOf" srcId="{A9C8703C-377A-41DB-AF09-BC0B779DDB62}" destId="{EF32AA82-BDC5-498D-9DEB-274D64A12649}" srcOrd="0" destOrd="0" presId="urn:microsoft.com/office/officeart/2024/3/layout/verticalVisualTextBlock1"/>
    <dgm:cxn modelId="{F657A405-ACB2-4B92-8D4D-28FD9548EE4B}" type="presOf" srcId="{2CF76211-6D35-49F2-93F4-CBD9A28A216A}" destId="{95D01A43-B0A8-4BB2-955A-6478BC1F4A1E}" srcOrd="0" destOrd="0" presId="urn:microsoft.com/office/officeart/2024/3/layout/verticalVisualTextBlock1"/>
    <dgm:cxn modelId="{36C0041A-B8F6-471F-BBEA-4E712509C4A0}" type="presOf" srcId="{F61E4151-C404-4E79-894A-AC8E5A3A802E}" destId="{09C66556-96F6-4069-BA3D-DB936C4280D4}" srcOrd="0" destOrd="0" presId="urn:microsoft.com/office/officeart/2024/3/layout/verticalVisualTextBlock1"/>
    <dgm:cxn modelId="{15298025-F05A-43F4-AF8E-050427CC679E}" srcId="{2CF76211-6D35-49F2-93F4-CBD9A28A216A}" destId="{A9C8703C-377A-41DB-AF09-BC0B779DDB62}" srcOrd="2" destOrd="0" parTransId="{F677CD70-2A7B-4671-A07A-69CD08527117}" sibTransId="{93663B18-C0C8-4C6B-89CC-FA77600FBE0F}"/>
    <dgm:cxn modelId="{D29F7327-D761-44F0-B039-A9B508CF269B}" type="presOf" srcId="{E071CCFD-2BCB-4737-B2C2-CD79A686384E}" destId="{F15770D6-20DD-4D4D-BC1F-47D5EAAFE825}" srcOrd="0" destOrd="0" presId="urn:microsoft.com/office/officeart/2024/3/layout/verticalVisualTextBlock1"/>
    <dgm:cxn modelId="{2FB06F39-E7AA-4963-A2D4-9F65796F1C1C}" type="presOf" srcId="{B1BFE097-97AD-4823-8B32-0777529B2CA6}" destId="{084D660D-BA09-4CE8-83BB-40EEE43709C0}" srcOrd="0" destOrd="0" presId="urn:microsoft.com/office/officeart/2024/3/layout/verticalVisualTextBlock1"/>
    <dgm:cxn modelId="{35D6F16B-3A26-450D-AD09-1C89BF4E255D}" srcId="{A9C8703C-377A-41DB-AF09-BC0B779DDB62}" destId="{F61E4151-C404-4E79-894A-AC8E5A3A802E}" srcOrd="0" destOrd="0" parTransId="{50B8A172-9A17-42D5-B778-839A2FBA6B0B}" sibTransId="{D8D5437E-B937-45C8-AC21-DF0D2B2CF84B}"/>
    <dgm:cxn modelId="{AD230955-1A4D-473D-93B2-88409C6A3DD0}" type="presOf" srcId="{8E5E6653-5237-44D9-B24B-6660689D958F}" destId="{092C82B9-8926-4BC0-AFBD-B7D750379CEC}" srcOrd="0" destOrd="0" presId="urn:microsoft.com/office/officeart/2024/3/layout/verticalVisualTextBlock1"/>
    <dgm:cxn modelId="{510E2C57-E7AA-426D-B19E-8F331ED3FC8E}" type="presOf" srcId="{07C5DA7D-4016-451B-9C55-C586648485AB}" destId="{E6A0A971-EAB3-437C-BC15-7C165D303035}" srcOrd="0" destOrd="0" presId="urn:microsoft.com/office/officeart/2024/3/layout/verticalVisualTextBlock1"/>
    <dgm:cxn modelId="{BFC55A9E-47A8-4F03-8DD3-4E031C3704A5}" srcId="{2CF76211-6D35-49F2-93F4-CBD9A28A216A}" destId="{B1BFE097-97AD-4823-8B32-0777529B2CA6}" srcOrd="0" destOrd="0" parTransId="{76FC3742-3DBE-46F4-8661-061F77BB6711}" sibTransId="{07C5DA7D-4016-451B-9C55-C586648485AB}"/>
    <dgm:cxn modelId="{28B926AD-5111-4ED0-9BF6-0F740AF5765A}" srcId="{B1BFE097-97AD-4823-8B32-0777529B2CA6}" destId="{3049FD6E-3AC6-4C5E-91C4-98FBA148FB73}" srcOrd="0" destOrd="0" parTransId="{ED16D048-7AF8-4CA5-AFFD-0C8C85D5CB53}" sibTransId="{FC58BAD8-5676-4893-8A7E-B0FDFE8ABE50}"/>
    <dgm:cxn modelId="{D22983AE-1061-4B86-A3DB-002CD55E129D}" type="presOf" srcId="{3049FD6E-3AC6-4C5E-91C4-98FBA148FB73}" destId="{CB80ED99-A202-43CF-AB6C-BDF940C7ABAC}" srcOrd="0" destOrd="0" presId="urn:microsoft.com/office/officeart/2024/3/layout/verticalVisualTextBlock1"/>
    <dgm:cxn modelId="{AE9A9DB1-1A84-49EA-8C29-733AAEAAD4A1}" type="presOf" srcId="{DC4AFD24-B219-441F-9E31-BEA7E369EAA2}" destId="{3F2495A0-AEB9-4EDA-9973-19B70AB9AF1C}" srcOrd="0" destOrd="0" presId="urn:microsoft.com/office/officeart/2024/3/layout/verticalVisualTextBlock1"/>
    <dgm:cxn modelId="{991B31FE-2922-44F0-8282-9BC7D8873548}" srcId="{DC4AFD24-B219-441F-9E31-BEA7E369EAA2}" destId="{8E5E6653-5237-44D9-B24B-6660689D958F}" srcOrd="0" destOrd="0" parTransId="{E250FFB3-D7CD-42D1-8A59-89FC42A99FE0}" sibTransId="{7796806C-A4B7-407D-94B5-BCB0A97628B4}"/>
    <dgm:cxn modelId="{30E1CF3C-8F6B-4345-8BCF-89EE046B979A}" type="presParOf" srcId="{95D01A43-B0A8-4BB2-955A-6478BC1F4A1E}" destId="{5D1F6EB7-9140-4C08-A271-5CA2D0A70723}" srcOrd="0" destOrd="0" presId="urn:microsoft.com/office/officeart/2024/3/layout/verticalVisualTextBlock1"/>
    <dgm:cxn modelId="{2EAB63C9-478B-4ACD-B49F-87ACEC6DFDB9}" type="presParOf" srcId="{5D1F6EB7-9140-4C08-A271-5CA2D0A70723}" destId="{8B422367-3DB5-457F-BDAB-639C83208AC4}" srcOrd="0" destOrd="0" presId="urn:microsoft.com/office/officeart/2024/3/layout/verticalVisualTextBlock1"/>
    <dgm:cxn modelId="{225CEA83-F100-4C76-8464-64E5FC8C084E}" type="presParOf" srcId="{5D1F6EB7-9140-4C08-A271-5CA2D0A70723}" destId="{084D660D-BA09-4CE8-83BB-40EEE43709C0}" srcOrd="1" destOrd="0" presId="urn:microsoft.com/office/officeart/2024/3/layout/verticalVisualTextBlock1"/>
    <dgm:cxn modelId="{DFC3516E-F5B9-43B1-ACEE-97B71E3DED8A}" type="presParOf" srcId="{5D1F6EB7-9140-4C08-A271-5CA2D0A70723}" destId="{CB80ED99-A202-43CF-AB6C-BDF940C7ABAC}" srcOrd="2" destOrd="0" presId="urn:microsoft.com/office/officeart/2024/3/layout/verticalVisualTextBlock1"/>
    <dgm:cxn modelId="{B9FB5B5F-97EC-437D-8719-F1E81D726066}" type="presParOf" srcId="{95D01A43-B0A8-4BB2-955A-6478BC1F4A1E}" destId="{E6A0A971-EAB3-437C-BC15-7C165D303035}" srcOrd="1" destOrd="0" presId="urn:microsoft.com/office/officeart/2024/3/layout/verticalVisualTextBlock1"/>
    <dgm:cxn modelId="{F467FFB2-B6EA-4F56-B7C0-16600785EE00}" type="presParOf" srcId="{95D01A43-B0A8-4BB2-955A-6478BC1F4A1E}" destId="{CEF684C4-0261-4F1A-BBC7-89365CCBB221}" srcOrd="2" destOrd="0" presId="urn:microsoft.com/office/officeart/2024/3/layout/verticalVisualTextBlock1"/>
    <dgm:cxn modelId="{204D96DD-34B1-4172-B928-2100B59977B4}" type="presParOf" srcId="{CEF684C4-0261-4F1A-BBC7-89365CCBB221}" destId="{C764C251-00C8-4F49-B040-71ECEB95B05A}" srcOrd="0" destOrd="0" presId="urn:microsoft.com/office/officeart/2024/3/layout/verticalVisualTextBlock1"/>
    <dgm:cxn modelId="{23347384-346D-474D-AE30-C8A797E4490D}" type="presParOf" srcId="{CEF684C4-0261-4F1A-BBC7-89365CCBB221}" destId="{3F2495A0-AEB9-4EDA-9973-19B70AB9AF1C}" srcOrd="1" destOrd="0" presId="urn:microsoft.com/office/officeart/2024/3/layout/verticalVisualTextBlock1"/>
    <dgm:cxn modelId="{EF4AB013-BB31-4479-B65C-D4ABCBAE0926}" type="presParOf" srcId="{CEF684C4-0261-4F1A-BBC7-89365CCBB221}" destId="{092C82B9-8926-4BC0-AFBD-B7D750379CEC}" srcOrd="2" destOrd="0" presId="urn:microsoft.com/office/officeart/2024/3/layout/verticalVisualTextBlock1"/>
    <dgm:cxn modelId="{AFB99ACB-D1C5-466C-BB95-12CAB8FDADC4}" type="presParOf" srcId="{95D01A43-B0A8-4BB2-955A-6478BC1F4A1E}" destId="{F15770D6-20DD-4D4D-BC1F-47D5EAAFE825}" srcOrd="3" destOrd="0" presId="urn:microsoft.com/office/officeart/2024/3/layout/verticalVisualTextBlock1"/>
    <dgm:cxn modelId="{5F7637FF-A5A6-4038-9AE2-50C0784027DC}" type="presParOf" srcId="{95D01A43-B0A8-4BB2-955A-6478BC1F4A1E}" destId="{A78859CD-2E3A-4639-B458-53F32DDDFF4F}" srcOrd="4" destOrd="0" presId="urn:microsoft.com/office/officeart/2024/3/layout/verticalVisualTextBlock1"/>
    <dgm:cxn modelId="{75196C6B-ADE0-4EE8-84D4-EBE56924BAAF}" type="presParOf" srcId="{A78859CD-2E3A-4639-B458-53F32DDDFF4F}" destId="{B3E70FF4-9E17-4A53-B0D6-C2430495E2B3}" srcOrd="0" destOrd="0" presId="urn:microsoft.com/office/officeart/2024/3/layout/verticalVisualTextBlock1"/>
    <dgm:cxn modelId="{03DCC008-AD24-418D-8517-F5DEB47CEB8D}" type="presParOf" srcId="{A78859CD-2E3A-4639-B458-53F32DDDFF4F}" destId="{EF32AA82-BDC5-498D-9DEB-274D64A12649}" srcOrd="1" destOrd="0" presId="urn:microsoft.com/office/officeart/2024/3/layout/verticalVisualTextBlock1"/>
    <dgm:cxn modelId="{C803A0D3-FC60-426F-8285-5B3C5451514F}" type="presParOf" srcId="{A78859CD-2E3A-4639-B458-53F32DDDFF4F}" destId="{09C66556-96F6-4069-BA3D-DB936C4280D4}"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422367-3DB5-457F-BDAB-639C83208AC4}">
      <dsp:nvSpPr>
        <dsp:cNvPr id="0" name=""/>
        <dsp:cNvSpPr/>
      </dsp:nvSpPr>
      <dsp:spPr>
        <a:xfrm>
          <a:off x="0" y="0"/>
          <a:ext cx="1558300" cy="1558300"/>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7825" r="25422" b="-6"/>
          <a:stretch/>
        </a:blipFill>
        <a:ln>
          <a:noFill/>
        </a:ln>
        <a:effectLst/>
      </dsp:spPr>
      <dsp:style>
        <a:lnRef idx="0">
          <a:scrgbClr r="0" g="0" b="0"/>
        </a:lnRef>
        <a:fillRef idx="3">
          <a:scrgbClr r="0" g="0" b="0"/>
        </a:fillRef>
        <a:effectRef idx="2">
          <a:scrgbClr r="0" g="0" b="0"/>
        </a:effectRef>
        <a:fontRef idx="minor">
          <a:schemeClr val="lt1"/>
        </a:fontRef>
      </dsp:style>
    </dsp:sp>
    <dsp:sp modelId="{084D660D-BA09-4CE8-83BB-40EEE43709C0}">
      <dsp:nvSpPr>
        <dsp:cNvPr id="0" name=""/>
        <dsp:cNvSpPr/>
      </dsp:nvSpPr>
      <dsp:spPr>
        <a:xfrm>
          <a:off x="1738300" y="0"/>
          <a:ext cx="9042475" cy="3721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Clear Conference Roadmap</a:t>
          </a:r>
        </a:p>
      </dsp:txBody>
      <dsp:txXfrm>
        <a:off x="1738300" y="0"/>
        <a:ext cx="9042475" cy="372152"/>
      </dsp:txXfrm>
    </dsp:sp>
    <dsp:sp modelId="{CB80ED99-A202-43CF-AB6C-BDF940C7ABAC}">
      <dsp:nvSpPr>
        <dsp:cNvPr id="0" name=""/>
        <dsp:cNvSpPr/>
      </dsp:nvSpPr>
      <dsp:spPr>
        <a:xfrm>
          <a:off x="1738300" y="372152"/>
          <a:ext cx="9042475" cy="1186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The agenda provides a structured roadmap guiding participants through the conference's key topics and flow.</a:t>
          </a:r>
        </a:p>
      </dsp:txBody>
      <dsp:txXfrm>
        <a:off x="1738300" y="372152"/>
        <a:ext cx="9042475" cy="1186148"/>
      </dsp:txXfrm>
    </dsp:sp>
    <dsp:sp modelId="{C764C251-00C8-4F49-B040-71ECEB95B05A}">
      <dsp:nvSpPr>
        <dsp:cNvPr id="0" name=""/>
        <dsp:cNvSpPr/>
      </dsp:nvSpPr>
      <dsp:spPr>
        <a:xfrm>
          <a:off x="0" y="1682964"/>
          <a:ext cx="1558300" cy="1558300"/>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4252" r="-4" b="-3"/>
          <a:stretch/>
        </a:blipFill>
        <a:ln>
          <a:noFill/>
        </a:ln>
        <a:effectLst/>
      </dsp:spPr>
      <dsp:style>
        <a:lnRef idx="0">
          <a:scrgbClr r="0" g="0" b="0"/>
        </a:lnRef>
        <a:fillRef idx="3">
          <a:scrgbClr r="0" g="0" b="0"/>
        </a:fillRef>
        <a:effectRef idx="2">
          <a:scrgbClr r="0" g="0" b="0"/>
        </a:effectRef>
        <a:fontRef idx="minor">
          <a:schemeClr val="lt1"/>
        </a:fontRef>
      </dsp:style>
    </dsp:sp>
    <dsp:sp modelId="{3F2495A0-AEB9-4EDA-9973-19B70AB9AF1C}">
      <dsp:nvSpPr>
        <dsp:cNvPr id="0" name=""/>
        <dsp:cNvSpPr/>
      </dsp:nvSpPr>
      <dsp:spPr>
        <a:xfrm>
          <a:off x="1738300" y="1682964"/>
          <a:ext cx="9042475" cy="3721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Focused Key Themes</a:t>
          </a:r>
        </a:p>
      </dsp:txBody>
      <dsp:txXfrm>
        <a:off x="1738300" y="1682964"/>
        <a:ext cx="9042475" cy="372152"/>
      </dsp:txXfrm>
    </dsp:sp>
    <dsp:sp modelId="{092C82B9-8926-4BC0-AFBD-B7D750379CEC}">
      <dsp:nvSpPr>
        <dsp:cNvPr id="0" name=""/>
        <dsp:cNvSpPr/>
      </dsp:nvSpPr>
      <dsp:spPr>
        <a:xfrm>
          <a:off x="1738300" y="2055117"/>
          <a:ext cx="9042475" cy="1186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Key themes include sales analysis, market dynamics, customer trends, and upcoming strategic initiatives.</a:t>
          </a:r>
        </a:p>
      </dsp:txBody>
      <dsp:txXfrm>
        <a:off x="1738300" y="2055117"/>
        <a:ext cx="9042475" cy="1186148"/>
      </dsp:txXfrm>
    </dsp:sp>
    <dsp:sp modelId="{B3E70FF4-9E17-4A53-B0D6-C2430495E2B3}">
      <dsp:nvSpPr>
        <dsp:cNvPr id="0" name=""/>
        <dsp:cNvSpPr/>
      </dsp:nvSpPr>
      <dsp:spPr>
        <a:xfrm>
          <a:off x="0" y="3365929"/>
          <a:ext cx="1558300" cy="1558300"/>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0558" r="22688" b="-6"/>
          <a:stretch/>
        </a:blipFill>
        <a:ln>
          <a:noFill/>
        </a:ln>
        <a:effectLst/>
      </dsp:spPr>
      <dsp:style>
        <a:lnRef idx="0">
          <a:scrgbClr r="0" g="0" b="0"/>
        </a:lnRef>
        <a:fillRef idx="3">
          <a:scrgbClr r="0" g="0" b="0"/>
        </a:fillRef>
        <a:effectRef idx="2">
          <a:scrgbClr r="0" g="0" b="0"/>
        </a:effectRef>
        <a:fontRef idx="minor">
          <a:schemeClr val="lt1"/>
        </a:fontRef>
      </dsp:style>
    </dsp:sp>
    <dsp:sp modelId="{EF32AA82-BDC5-498D-9DEB-274D64A12649}">
      <dsp:nvSpPr>
        <dsp:cNvPr id="0" name=""/>
        <dsp:cNvSpPr/>
      </dsp:nvSpPr>
      <dsp:spPr>
        <a:xfrm>
          <a:off x="1738300" y="3365929"/>
          <a:ext cx="9042475" cy="3721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Balanced Retrospective and Planning</a:t>
          </a:r>
        </a:p>
      </dsp:txBody>
      <dsp:txXfrm>
        <a:off x="1738300" y="3365929"/>
        <a:ext cx="9042475" cy="372152"/>
      </dsp:txXfrm>
    </dsp:sp>
    <dsp:sp modelId="{09C66556-96F6-4069-BA3D-DB936C4280D4}">
      <dsp:nvSpPr>
        <dsp:cNvPr id="0" name=""/>
        <dsp:cNvSpPr/>
      </dsp:nvSpPr>
      <dsp:spPr>
        <a:xfrm>
          <a:off x="1738300" y="3738082"/>
          <a:ext cx="9042475" cy="1186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The agenda balances review of past performance with future planning and actionable insights.</a:t>
          </a:r>
        </a:p>
      </dsp:txBody>
      <dsp:txXfrm>
        <a:off x="1738300" y="3738082"/>
        <a:ext cx="9042475" cy="1186148"/>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66715D-70AD-447F-BBEE-ED7EE738A221}" type="datetimeFigureOut">
              <a:t>4/1/2026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6540B-33D6-4423-AB7A-7ED01D89325B}" type="slidenum">
              <a:t>‹#›</a:t>
            </a:fld>
            <a:endParaRPr lang="en-US"/>
          </a:p>
        </p:txBody>
      </p:sp>
    </p:spTree>
    <p:extLst>
      <p:ext uri="{BB962C8B-B14F-4D97-AF65-F5344CB8AC3E}">
        <p14:creationId xmlns:p14="http://schemas.microsoft.com/office/powerpoint/2010/main" val="5015087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C735C955-991B-420B-A046-D98CEE8250F1}" type="slidenum">
              <a:t>1</a:t>
            </a:fld>
            <a:endParaRPr lang="en-US"/>
          </a:p>
        </p:txBody>
      </p:sp>
    </p:spTree>
    <p:extLst>
      <p:ext uri="{BB962C8B-B14F-4D97-AF65-F5344CB8AC3E}">
        <p14:creationId xmlns:p14="http://schemas.microsoft.com/office/powerpoint/2010/main" val="6333333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and Conference Introduction, Conference Agenda and Key Themes, Overall Sales Performance Summary, Regional Sales Highlights, Closing Remarks and Next Steps</a:t>
            </a:r>
          </a:p>
        </p:txBody>
      </p:sp>
      <p:sp>
        <p:nvSpPr>
          <p:cNvPr id="4" name="Slide Number Placeholder 3"/>
          <p:cNvSpPr>
            <a:spLocks noGrp="1"/>
          </p:cNvSpPr>
          <p:nvPr>
            <p:ph type="sldNum" sz="quarter" idx="5"/>
          </p:nvPr>
        </p:nvSpPr>
        <p:spPr/>
        <p:txBody>
          <a:bodyPr/>
          <a:lstStyle/>
          <a:p>
            <a:fld id="{C735C955-991B-420B-A046-D98CEE8250F1}" type="slidenum">
              <a:t>2</a:t>
            </a:fld>
            <a:endParaRPr lang="en-US"/>
          </a:p>
        </p:txBody>
      </p:sp>
    </p:spTree>
    <p:extLst>
      <p:ext uri="{BB962C8B-B14F-4D97-AF65-F5344CB8AC3E}">
        <p14:creationId xmlns:p14="http://schemas.microsoft.com/office/powerpoint/2010/main" val="15747126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Sales Conference 2026 presentation opens with a formal welcome and introduction designed to set the tone for a strategic, forward-looking business discussion. This opening slide establishes the purpose of the conference, which is to align leadership, sales teams, and regional stakeholders around the company’s performance, priorities, and growth strategy for the coming year. It emphasizes the importance of collaboration between sales, marketing, and operations to drive sustainable revenue growth in an increasingly competitive market environment.
The introduction also highlights the broader business context in which the organization is operating in 2026. Market volatility, evolving customer expectations, and digital transformation are positioned as key external factors shaping sales execution. By acknowledging these realities upfront, the presentation signals that the conference will focus not only on results, but also on adaptability, resilience, and innovation. This framing helps attendees understand why strategic alignment and data-driven decision-making are critical.
Additionally, this section reinforces the significance of the annual sales conference as a forum for recognition, learning, and shared accountability. It underscores that the insights presented are intended to inform leadership decisions, motivate sales teams, and provide clarity on priorities. By clearly defining the scope and objectives at the outset, the introduction ensures that all participants are aligned and prepared to engage meaningfully with the content that follows throughout the presentation.</a:t>
            </a:r>
          </a:p>
        </p:txBody>
      </p:sp>
      <p:sp>
        <p:nvSpPr>
          <p:cNvPr id="4" name="Slide Number Placeholder 3"/>
          <p:cNvSpPr>
            <a:spLocks noGrp="1"/>
          </p:cNvSpPr>
          <p:nvPr>
            <p:ph type="sldNum" sz="quarter" idx="5"/>
          </p:nvPr>
        </p:nvSpPr>
        <p:spPr/>
        <p:txBody>
          <a:bodyPr/>
          <a:lstStyle/>
          <a:p>
            <a:fld id="{C735C955-991B-420B-A046-D98CEE8250F1}" type="slidenum">
              <a:t>3</a:t>
            </a:fld>
            <a:endParaRPr lang="en-US"/>
          </a:p>
        </p:txBody>
      </p:sp>
    </p:spTree>
    <p:extLst>
      <p:ext uri="{BB962C8B-B14F-4D97-AF65-F5344CB8AC3E}">
        <p14:creationId xmlns:p14="http://schemas.microsoft.com/office/powerpoint/2010/main" val="4004938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agenda section outlines the structure of the Sales Conference 2026 and provides participants with a clear roadmap of the topics to be covered. It is designed to help attendees understand the logical flow of the presentation, from high-level performance review to detailed regional insights and forward-looking strategic priorities. This clarity is especially important for senior stakeholders who rely on concise, well-organized information to inform decision-making.
Key themes highlighted in the agenda include sales performance analysis, regional market dynamics, customer engagement trends, and strategic initiatives for the upcoming fiscal year. By grouping related topics together, the agenda demonstrates a cohesive narrative rather than a collection of disconnected data points. This approach reinforces the idea that sales outcomes are influenced by a combination of market conditions, operational execution, and strategic choices.
The agenda also signals a balance between retrospective analysis and future planning. While reviewing past performance is essential, equal emphasis is placed on lessons learned and opportunities ahead. This balance ensures that the conference is not merely a reporting exercise, but a strategic planning forum. As a result, attendees can anticipate a focused discussion that is both informative and actionable.</a:t>
            </a:r>
          </a:p>
        </p:txBody>
      </p:sp>
      <p:sp>
        <p:nvSpPr>
          <p:cNvPr id="4" name="Slide Number Placeholder 3"/>
          <p:cNvSpPr>
            <a:spLocks noGrp="1"/>
          </p:cNvSpPr>
          <p:nvPr>
            <p:ph type="sldNum" sz="quarter" idx="5"/>
          </p:nvPr>
        </p:nvSpPr>
        <p:spPr/>
        <p:txBody>
          <a:bodyPr/>
          <a:lstStyle/>
          <a:p>
            <a:fld id="{C735C955-991B-420B-A046-D98CEE8250F1}" type="slidenum">
              <a:t>4</a:t>
            </a:fld>
            <a:endParaRPr lang="en-US"/>
          </a:p>
        </p:txBody>
      </p:sp>
    </p:spTree>
    <p:extLst>
      <p:ext uri="{BB962C8B-B14F-4D97-AF65-F5344CB8AC3E}">
        <p14:creationId xmlns:p14="http://schemas.microsoft.com/office/powerpoint/2010/main" val="6266597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overall sales performance section provides a consolidated view of how the organization performed during the most recent sales period leading into 2026. This slide synthesizes revenue trends, growth patterns, and attainment against targets to give leadership a clear snapshot of business health. Rather than overwhelming the audience with excessive detail, the focus is on key indicators that reflect overall momentum and execution effectiveness.
This section typically highlights year-over-year growth, comparisons against forecasted targets, and notable variances that require explanation. Positive performance areas are positioned as proof points of successful strategy and execution, while underperforming segments are framed as opportunities for improvement. This balanced perspective supports transparent discussion and informed decision-making.
Beyond raw numbers, the performance summary also emphasizes the underlying drivers behind the results. Factors such as customer acquisition, deal size, sales cycle efficiency, and cross-selling effectiveness are discussed to provide context. By connecting outcomes to behaviors and processes, this section helps stakeholders understand not just what happened, but why it happened, setting the stage for more detailed regional and strategic analysis.</a:t>
            </a:r>
          </a:p>
        </p:txBody>
      </p:sp>
      <p:sp>
        <p:nvSpPr>
          <p:cNvPr id="4" name="Slide Number Placeholder 3"/>
          <p:cNvSpPr>
            <a:spLocks noGrp="1"/>
          </p:cNvSpPr>
          <p:nvPr>
            <p:ph type="sldNum" sz="quarter" idx="5"/>
          </p:nvPr>
        </p:nvSpPr>
        <p:spPr/>
        <p:txBody>
          <a:bodyPr/>
          <a:lstStyle/>
          <a:p>
            <a:fld id="{C735C955-991B-420B-A046-D98CEE8250F1}" type="slidenum">
              <a:t>5</a:t>
            </a:fld>
            <a:endParaRPr lang="en-US"/>
          </a:p>
        </p:txBody>
      </p:sp>
    </p:spTree>
    <p:extLst>
      <p:ext uri="{BB962C8B-B14F-4D97-AF65-F5344CB8AC3E}">
        <p14:creationId xmlns:p14="http://schemas.microsoft.com/office/powerpoint/2010/main" val="2057771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regional sales highlights section breaks down overall performance into geographic segments to provide deeper insight into market-specific trends. This slide recognizes that sales performance is rarely uniform across regions and that localized factors such as customer demand, competitive intensity, and regulatory environments can significantly influence results. By examining regions individually, leadership can identify both high-performing markets and areas that require targeted intervention.
This section typically compares regional revenue growth, market penetration, and pipeline strength. Strong-performing regions are highlighted to showcase best practices, successful go-to-market strategies, and effective team execution. These insights can be leveraged as benchmarks or models for other regions seeking to improve performance.
Conversely, regions facing challenges are discussed in a constructive and data-driven manner. The focus is on understanding root causes rather than assigning blame. Issues such as resource constraints, pricing pressure, or shifting customer needs are identified, along with initial mitigation strategies. This regional lens enables more nuanced planning and supports the development of tailored strategies that reflect local market realities.</a:t>
            </a:r>
          </a:p>
        </p:txBody>
      </p:sp>
      <p:sp>
        <p:nvSpPr>
          <p:cNvPr id="4" name="Slide Number Placeholder 3"/>
          <p:cNvSpPr>
            <a:spLocks noGrp="1"/>
          </p:cNvSpPr>
          <p:nvPr>
            <p:ph type="sldNum" sz="quarter" idx="5"/>
          </p:nvPr>
        </p:nvSpPr>
        <p:spPr/>
        <p:txBody>
          <a:bodyPr/>
          <a:lstStyle/>
          <a:p>
            <a:fld id="{C735C955-991B-420B-A046-D98CEE8250F1}" type="slidenum">
              <a:t>6</a:t>
            </a:fld>
            <a:endParaRPr lang="en-US"/>
          </a:p>
        </p:txBody>
      </p:sp>
    </p:spTree>
    <p:extLst>
      <p:ext uri="{BB962C8B-B14F-4D97-AF65-F5344CB8AC3E}">
        <p14:creationId xmlns:p14="http://schemas.microsoft.com/office/powerpoint/2010/main" val="24424645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closing section of the Sales Conference 2026 presentation brings together the key messages and translates insights into clear next steps. This slide reinforces the central themes discussed throughout the conference, including performance accountability, strategic focus, and the importance of execution excellence. By summarizing the most critical takeaways, it ensures that participants leave with a shared understanding of priorities.
This section also outlines immediate and medium-term actions expected from sales leadership and regional teams. These actions may include refining sales strategies, reallocating resources, strengthening customer engagement efforts, or improving forecasting discipline. Clearly articulated next steps help bridge the gap between analysis and execution, which is essential for driving tangible business outcomes.
Finally, the closing remarks emphasize collaboration and continuous improvement. They position the conference not as a one-time event, but as part of an ongoing dialogue aimed at driving sustained growth. By ending on a forward-looking and motivational note, this section reinforces commitment across the organization and sets a positive tone for the execution phase that follows the conference.</a:t>
            </a:r>
          </a:p>
        </p:txBody>
      </p:sp>
      <p:sp>
        <p:nvSpPr>
          <p:cNvPr id="4" name="Slide Number Placeholder 3"/>
          <p:cNvSpPr>
            <a:spLocks noGrp="1"/>
          </p:cNvSpPr>
          <p:nvPr>
            <p:ph type="sldNum" sz="quarter" idx="5"/>
          </p:nvPr>
        </p:nvSpPr>
        <p:spPr/>
        <p:txBody>
          <a:bodyPr/>
          <a:lstStyle/>
          <a:p>
            <a:fld id="{C735C955-991B-420B-A046-D98CEE8250F1}" type="slidenum">
              <a:t>7</a:t>
            </a:fld>
            <a:endParaRPr lang="en-US"/>
          </a:p>
        </p:txBody>
      </p:sp>
    </p:spTree>
    <p:extLst>
      <p:ext uri="{BB962C8B-B14F-4D97-AF65-F5344CB8AC3E}">
        <p14:creationId xmlns:p14="http://schemas.microsoft.com/office/powerpoint/2010/main" val="12585239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6857998" y="964075"/>
            <a:ext cx="4654297" cy="3739896"/>
          </a:xfrm>
        </p:spPr>
        <p:txBody>
          <a:body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0" y="4822842"/>
            <a:ext cx="4206240" cy="1380744"/>
          </a:xfrm>
        </p:spPr>
        <p:txBody>
          <a:bodyPr anchor="t" anchorCtr="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841248" y="964074"/>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10425981" y="4687095"/>
            <a:ext cx="2706690" cy="365125"/>
          </a:xfrm>
        </p:spPr>
        <p:txBody>
          <a:bodyPr/>
          <a:lstStyle/>
          <a:p>
            <a:fld id="{7FA43F5B-065E-43CE-B3FD-98C48A6F94D7}" type="datetime1">
              <a:rPr lang="en-US" smtClean="0"/>
              <a:t>4/1/2026</a:t>
            </a:fld>
            <a:endParaRPr lang="en-US"/>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277029232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731520" y="365760"/>
            <a:ext cx="10741152" cy="1132258"/>
          </a:xfrm>
        </p:spPr>
        <p:txBody>
          <a:bodyPr/>
          <a:lstStyle/>
          <a:p>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EE6A364-A39C-470E-B89A-9BD899585684}" type="datetime1">
              <a:rPr lang="en-US" smtClean="0"/>
              <a:pPr/>
              <a:t>4/1/2026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055816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18032"/>
            <a:ext cx="10972800" cy="786384"/>
          </a:xfrm>
        </p:spPr>
        <p:txBody>
          <a:bodyPr anchor="b">
            <a:normAutofit/>
          </a:bodyPr>
          <a:lstStyle>
            <a:lvl1pPr algn="ctr">
              <a:defRPr sz="44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72629"/>
            <a:ext cx="10972800" cy="480373"/>
          </a:xfrm>
        </p:spPr>
        <p:txBody>
          <a:bodyPr anchor="t">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396119" y="5787191"/>
            <a:ext cx="1503444" cy="365125"/>
          </a:xfrm>
        </p:spPr>
        <p:txBody>
          <a:bodyPr/>
          <a:lstStyle/>
          <a:p>
            <a:r>
              <a:rPr lang="en-US"/>
              <a:t>Sample Footer Text</a:t>
            </a:r>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fld id="{7FA43F5B-065E-43CE-B3FD-98C48A6F94D7}" type="datetime1">
              <a:rPr lang="en-US" smtClean="0"/>
              <a:t>4/1/2026</a:t>
            </a:fld>
            <a:endParaRPr lang="en-US"/>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userDrawn="1"/>
        </p:nvCxnSpPr>
        <p:spPr>
          <a:xfrm flipH="1">
            <a:off x="4" y="498994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fld id="{2DE90F28-AFBB-4AB2-AA79-6D3F72ED131B}" type="slidenum">
              <a:rPr lang="en-US" smtClean="0"/>
              <a:t>‹#›</a:t>
            </a:fld>
            <a:endParaRPr lang="en-US"/>
          </a:p>
        </p:txBody>
      </p:sp>
    </p:spTree>
    <p:extLst>
      <p:ext uri="{BB962C8B-B14F-4D97-AF65-F5344CB8AC3E}">
        <p14:creationId xmlns:p14="http://schemas.microsoft.com/office/powerpoint/2010/main" val="160875239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5C3D1438-E7DE-BCF4-D0DD-97184D8B7208}"/>
              </a:ext>
            </a:extLst>
          </p:cNvPr>
          <p:cNvSpPr>
            <a:spLocks noGrp="1"/>
          </p:cNvSpPr>
          <p:nvPr>
            <p:ph type="title"/>
          </p:nvPr>
        </p:nvSpPr>
        <p:spPr>
          <a:xfrm>
            <a:off x="5909930" y="640097"/>
            <a:ext cx="4362148" cy="3474720"/>
          </a:xfrm>
        </p:spPr>
        <p:txBody>
          <a:bodyPr/>
          <a:lstStyle/>
          <a:p>
            <a:r>
              <a:rPr lang="en-US"/>
              <a:t>Click to edit Master title style</a:t>
            </a:r>
          </a:p>
        </p:txBody>
      </p:sp>
      <p:sp>
        <p:nvSpPr>
          <p:cNvPr id="14" name="Text Placeholder 15">
            <a:extLst>
              <a:ext uri="{FF2B5EF4-FFF2-40B4-BE49-F238E27FC236}">
                <a16:creationId xmlns:a16="http://schemas.microsoft.com/office/drawing/2014/main" id="{E9EB830E-59F9-793F-E2E7-110D033D7F86}"/>
              </a:ext>
            </a:extLst>
          </p:cNvPr>
          <p:cNvSpPr>
            <a:spLocks noGrp="1"/>
          </p:cNvSpPr>
          <p:nvPr>
            <p:ph type="body" sz="quarter" idx="17"/>
          </p:nvPr>
        </p:nvSpPr>
        <p:spPr>
          <a:xfrm>
            <a:off x="5909929" y="4818889"/>
            <a:ext cx="4206701" cy="1188720"/>
          </a:xfrm>
        </p:spPr>
        <p:txBody>
          <a:bodyPr anchor="t">
            <a:normAutofit/>
          </a:bodyPr>
          <a:lstStyle>
            <a:lvl1pPr algn="l">
              <a:defRPr sz="2000"/>
            </a:lvl1pPr>
          </a:lstStyle>
          <a:p>
            <a:pPr lvl="0"/>
            <a:r>
              <a:rPr lang="en-US"/>
              <a:t>Click to edit Master text styles</a:t>
            </a:r>
          </a:p>
        </p:txBody>
      </p:sp>
      <p:sp>
        <p:nvSpPr>
          <p:cNvPr id="9" name="Picture Placeholder 8">
            <a:extLst>
              <a:ext uri="{FF2B5EF4-FFF2-40B4-BE49-F238E27FC236}">
                <a16:creationId xmlns:a16="http://schemas.microsoft.com/office/drawing/2014/main" id="{2C9C23E6-AA65-EED1-FC7F-E4138D9D0DF7}"/>
              </a:ext>
            </a:extLst>
          </p:cNvPr>
          <p:cNvSpPr>
            <a:spLocks noGrp="1"/>
          </p:cNvSpPr>
          <p:nvPr>
            <p:ph type="pic" sz="quarter" idx="13" hasCustomPrompt="1"/>
          </p:nvPr>
        </p:nvSpPr>
        <p:spPr>
          <a:xfrm>
            <a:off x="0" y="0"/>
            <a:ext cx="5060950" cy="6858000"/>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a:lstStyle/>
          <a:p>
            <a:r>
              <a:rPr lang="en-US"/>
              <a:t> </a:t>
            </a:r>
          </a:p>
        </p:txBody>
      </p:sp>
      <p:cxnSp>
        <p:nvCxnSpPr>
          <p:cNvPr id="7" name="Straight Connector 6">
            <a:extLst>
              <a:ext uri="{FF2B5EF4-FFF2-40B4-BE49-F238E27FC236}">
                <a16:creationId xmlns:a16="http://schemas.microsoft.com/office/drawing/2014/main" id="{63DCC7EC-EB64-3FA5-9B9F-4B65F8B35369}"/>
              </a:ext>
              <a:ext uri="{C183D7F6-B498-43B3-948B-1728B52AA6E4}">
                <adec:decorative xmlns:adec="http://schemas.microsoft.com/office/drawing/2017/decorative" val="1"/>
              </a:ext>
            </a:extLst>
          </p:cNvPr>
          <p:cNvCxnSpPr>
            <a:cxnSpLocks/>
          </p:cNvCxnSpPr>
          <p:nvPr userDrawn="1"/>
        </p:nvCxnSpPr>
        <p:spPr>
          <a:xfrm>
            <a:off x="506048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Date Placeholder 7">
            <a:extLst>
              <a:ext uri="{FF2B5EF4-FFF2-40B4-BE49-F238E27FC236}">
                <a16:creationId xmlns:a16="http://schemas.microsoft.com/office/drawing/2014/main" id="{B5721EA9-D34D-C406-42C9-D1C3DC0550EB}"/>
              </a:ext>
            </a:extLst>
          </p:cNvPr>
          <p:cNvSpPr>
            <a:spLocks noGrp="1"/>
          </p:cNvSpPr>
          <p:nvPr>
            <p:ph type="dt" sz="half" idx="14"/>
          </p:nvPr>
        </p:nvSpPr>
        <p:spPr>
          <a:xfrm rot="5400000">
            <a:off x="10425981" y="4687095"/>
            <a:ext cx="2706690" cy="365125"/>
          </a:xfrm>
        </p:spPr>
        <p:txBody>
          <a:bodyPr/>
          <a:lstStyle/>
          <a:p>
            <a:fld id="{7FA43F5B-065E-43CE-B3FD-98C48A6F94D7}" type="datetime1">
              <a:rPr lang="en-US" smtClean="0"/>
              <a:pPr/>
              <a:t>4/1/2026</a:t>
            </a:fld>
            <a:endParaRPr lang="en-US"/>
          </a:p>
        </p:txBody>
      </p:sp>
      <p:sp>
        <p:nvSpPr>
          <p:cNvPr id="10" name="Footer Placeholder 9">
            <a:extLst>
              <a:ext uri="{FF2B5EF4-FFF2-40B4-BE49-F238E27FC236}">
                <a16:creationId xmlns:a16="http://schemas.microsoft.com/office/drawing/2014/main" id="{B8A451BA-6597-98CC-3A5A-099DB053853F}"/>
              </a:ext>
            </a:extLst>
          </p:cNvPr>
          <p:cNvSpPr>
            <a:spLocks noGrp="1"/>
          </p:cNvSpPr>
          <p:nvPr>
            <p:ph type="ftr" sz="quarter" idx="15"/>
          </p:nvPr>
        </p:nvSpPr>
        <p:spPr>
          <a:xfrm rot="16200000" flipH="1">
            <a:off x="10292565" y="1592957"/>
            <a:ext cx="2973522" cy="365125"/>
          </a:xfrm>
        </p:spPr>
        <p:txBody>
          <a:bodyPr/>
          <a:lstStyle/>
          <a:p>
            <a:r>
              <a:rPr lang="en-US"/>
              <a:t>Sample Footer Text</a:t>
            </a:r>
          </a:p>
        </p:txBody>
      </p:sp>
      <p:sp>
        <p:nvSpPr>
          <p:cNvPr id="11" name="Slide Number Placeholder 10">
            <a:extLst>
              <a:ext uri="{FF2B5EF4-FFF2-40B4-BE49-F238E27FC236}">
                <a16:creationId xmlns:a16="http://schemas.microsoft.com/office/drawing/2014/main" id="{ED98AED2-58CC-D8F4-37CF-06D4C6AE089B}"/>
              </a:ext>
            </a:extLst>
          </p:cNvPr>
          <p:cNvSpPr>
            <a:spLocks noGrp="1"/>
          </p:cNvSpPr>
          <p:nvPr>
            <p:ph type="sldNum" sz="quarter" idx="16"/>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1689737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4">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A23BF3C-9B75-66EF-8F1A-8B97381705BC}"/>
              </a:ext>
            </a:extLst>
          </p:cNvPr>
          <p:cNvSpPr>
            <a:spLocks noGrp="1"/>
          </p:cNvSpPr>
          <p:nvPr>
            <p:ph type="title"/>
          </p:nvPr>
        </p:nvSpPr>
        <p:spPr>
          <a:xfrm>
            <a:off x="838200" y="873764"/>
            <a:ext cx="4654296" cy="3739896"/>
          </a:xfrm>
        </p:spPr>
        <p:txBody>
          <a:bodyPr/>
          <a:lstStyle/>
          <a:p>
            <a:r>
              <a:rPr lang="en-US"/>
              <a:t>Click to edit Master title style</a:t>
            </a:r>
          </a:p>
        </p:txBody>
      </p:sp>
      <p:sp>
        <p:nvSpPr>
          <p:cNvPr id="7" name="Text Placeholder 15">
            <a:extLst>
              <a:ext uri="{FF2B5EF4-FFF2-40B4-BE49-F238E27FC236}">
                <a16:creationId xmlns:a16="http://schemas.microsoft.com/office/drawing/2014/main" id="{1B44AFE9-43F1-4797-1ECE-FD5190E5805A}"/>
              </a:ext>
            </a:extLst>
          </p:cNvPr>
          <p:cNvSpPr>
            <a:spLocks noGrp="1"/>
          </p:cNvSpPr>
          <p:nvPr>
            <p:ph type="body" sz="quarter" idx="17"/>
          </p:nvPr>
        </p:nvSpPr>
        <p:spPr>
          <a:xfrm>
            <a:off x="838201" y="4732531"/>
            <a:ext cx="4206240" cy="1380743"/>
          </a:xfrm>
        </p:spPr>
        <p:txBody>
          <a:bodyPr anchor="t">
            <a:normAutofit/>
          </a:bodyPr>
          <a:lstStyle>
            <a:lvl1pPr algn="l">
              <a:defRPr sz="2000"/>
            </a:lvl1pPr>
          </a:lstStyle>
          <a:p>
            <a:pPr lvl="0"/>
            <a:r>
              <a:rPr lang="en-US"/>
              <a:t>Click to edit Master text styles</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5947472" y="854346"/>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223A58B4-E2D1-FBC8-004D-0E9EEBBE13DB}"/>
              </a:ext>
            </a:extLst>
          </p:cNvPr>
          <p:cNvSpPr>
            <a:spLocks noGrp="1"/>
          </p:cNvSpPr>
          <p:nvPr>
            <p:ph type="dt" sz="half" idx="10"/>
          </p:nvPr>
        </p:nvSpPr>
        <p:spPr>
          <a:xfrm rot="5400000">
            <a:off x="10425981" y="4687095"/>
            <a:ext cx="2706690" cy="365125"/>
          </a:xfrm>
        </p:spPr>
        <p:txBody>
          <a:bodyPr/>
          <a:lstStyle/>
          <a:p>
            <a:fld id="{7FA43F5B-065E-43CE-B3FD-98C48A6F94D7}" type="datetime1">
              <a:rPr lang="en-US" smtClean="0"/>
              <a:t>4/1/2026</a:t>
            </a:fld>
            <a:endParaRPr lang="en-US"/>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45953798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51CC58D-28EC-93AD-7E10-1DA3DC6322E1}"/>
              </a:ext>
            </a:extLst>
          </p:cNvPr>
          <p:cNvSpPr>
            <a:spLocks noGrp="1"/>
          </p:cNvSpPr>
          <p:nvPr>
            <p:ph type="title"/>
          </p:nvPr>
        </p:nvSpPr>
        <p:spPr>
          <a:xfrm>
            <a:off x="838200" y="859536"/>
            <a:ext cx="7478991" cy="3635797"/>
          </a:xfrm>
        </p:spPr>
        <p:txBody>
          <a:bodyPr anchor="t">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0E0B119D-A456-DE33-9525-49696D3FEE6E}"/>
              </a:ext>
              <a:ext uri="{C183D7F6-B498-43B3-948B-1728B52AA6E4}">
                <adec:decorative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 Placeholder 15">
            <a:extLst>
              <a:ext uri="{FF2B5EF4-FFF2-40B4-BE49-F238E27FC236}">
                <a16:creationId xmlns:a16="http://schemas.microsoft.com/office/drawing/2014/main" id="{BFFB480A-CB2C-F6F3-1181-7B482DE48A11}"/>
              </a:ext>
            </a:extLst>
          </p:cNvPr>
          <p:cNvSpPr>
            <a:spLocks noGrp="1"/>
          </p:cNvSpPr>
          <p:nvPr>
            <p:ph type="body" sz="quarter" idx="15"/>
          </p:nvPr>
        </p:nvSpPr>
        <p:spPr>
          <a:xfrm>
            <a:off x="4693339" y="5225354"/>
            <a:ext cx="6669986" cy="1545336"/>
          </a:xfrm>
        </p:spPr>
        <p:txBody>
          <a:bodyPr anchor="ctr">
            <a:normAutofit/>
          </a:bodyPr>
          <a:lstStyle>
            <a:lvl1pPr algn="r">
              <a:defRPr sz="2000"/>
            </a:lvl1pPr>
          </a:lstStyle>
          <a:p>
            <a:pPr lvl="0"/>
            <a:r>
              <a:rPr lang="en-US"/>
              <a:t>Click to edit Master text styles</a:t>
            </a:r>
          </a:p>
        </p:txBody>
      </p:sp>
      <p:sp>
        <p:nvSpPr>
          <p:cNvPr id="5" name="Footer Placeholder 4">
            <a:extLst>
              <a:ext uri="{FF2B5EF4-FFF2-40B4-BE49-F238E27FC236}">
                <a16:creationId xmlns:a16="http://schemas.microsoft.com/office/drawing/2014/main" id="{87416322-573D-C8CC-7277-1611B4285D78}"/>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29C7DE3-77E6-7F1C-2D66-87946BDD6322}"/>
              </a:ext>
            </a:extLst>
          </p:cNvPr>
          <p:cNvSpPr>
            <a:spLocks noGrp="1"/>
          </p:cNvSpPr>
          <p:nvPr>
            <p:ph type="dt" sz="half" idx="10"/>
          </p:nvPr>
        </p:nvSpPr>
        <p:spPr/>
        <p:txBody>
          <a:bodyPr/>
          <a:lstStyle/>
          <a:p>
            <a:fld id="{7FA43F5B-065E-43CE-B3FD-98C48A6F94D7}" type="datetime1">
              <a:rPr lang="en-US" smtClean="0"/>
              <a:t>4/1/2026</a:t>
            </a:fld>
            <a:endParaRPr lang="en-US"/>
          </a:p>
        </p:txBody>
      </p:sp>
      <p:sp>
        <p:nvSpPr>
          <p:cNvPr id="6" name="Slide Number Placeholder 5">
            <a:extLst>
              <a:ext uri="{FF2B5EF4-FFF2-40B4-BE49-F238E27FC236}">
                <a16:creationId xmlns:a16="http://schemas.microsoft.com/office/drawing/2014/main" id="{A939072A-E9FB-537C-7C31-2FB111D3C65A}"/>
              </a:ext>
            </a:extLst>
          </p:cNvPr>
          <p:cNvSpPr>
            <a:spLocks noGrp="1"/>
          </p:cNvSpPr>
          <p:nvPr>
            <p:ph type="sldNum" sz="quarter" idx="12"/>
          </p:nvPr>
        </p:nvSpPr>
        <p:spPr/>
        <p:txBody>
          <a:bodyPr/>
          <a:lstStyle/>
          <a:p>
            <a:fld id="{2DE90F28-AFBB-4AB2-AA79-6D3F72ED131B}" type="slidenum">
              <a:rPr lang="en-US" smtClean="0"/>
              <a:t>‹#›</a:t>
            </a:fld>
            <a:endParaRPr lang="en-US"/>
          </a:p>
        </p:txBody>
      </p:sp>
    </p:spTree>
    <p:extLst>
      <p:ext uri="{BB962C8B-B14F-4D97-AF65-F5344CB8AC3E}">
        <p14:creationId xmlns:p14="http://schemas.microsoft.com/office/powerpoint/2010/main" val="39253274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2">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838200" y="2578608"/>
            <a:ext cx="7879335" cy="3592629"/>
          </a:xfrm>
        </p:spPr>
        <p:txBody>
          <a:bodyPr>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userDrawn="1"/>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r>
              <a:rPr lang="en-US"/>
              <a:t>Sample Footer Text</a:t>
            </a:r>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3987800" y="368300"/>
            <a:ext cx="7375525" cy="1014413"/>
          </a:xfrm>
        </p:spPr>
        <p:txBody>
          <a:bodyPr anchor="ctr">
            <a:normAutofit/>
          </a:bodyPr>
          <a:lstStyle>
            <a:lvl1pPr algn="r">
              <a:defRPr sz="2000"/>
            </a:lvl1pPr>
          </a:lstStyle>
          <a:p>
            <a:pPr lvl="0"/>
            <a:r>
              <a:rPr lang="en-US"/>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fld id="{7FA43F5B-065E-43CE-B3FD-98C48A6F94D7}" type="datetime1">
              <a:rPr lang="en-US" smtClean="0"/>
              <a:t>4/1/2026</a:t>
            </a:fld>
            <a:endParaRPr lang="en-US"/>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fld id="{2DE90F28-AFBB-4AB2-AA79-6D3F72ED131B}" type="slidenum">
              <a:rPr lang="en-US" smtClean="0"/>
              <a:t>‹#›</a:t>
            </a:fld>
            <a:endParaRPr lang="en-US"/>
          </a:p>
        </p:txBody>
      </p:sp>
    </p:spTree>
    <p:extLst>
      <p:ext uri="{BB962C8B-B14F-4D97-AF65-F5344CB8AC3E}">
        <p14:creationId xmlns:p14="http://schemas.microsoft.com/office/powerpoint/2010/main" val="216963219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Title 3">
    <p:spTree>
      <p:nvGrpSpPr>
        <p:cNvPr id="1" name=""/>
        <p:cNvGrpSpPr/>
        <p:nvPr/>
      </p:nvGrpSpPr>
      <p:grpSpPr>
        <a:xfrm>
          <a:off x="0" y="0"/>
          <a:ext cx="0" cy="0"/>
          <a:chOff x="0" y="0"/>
          <a:chExt cx="0" cy="0"/>
        </a:xfrm>
      </p:grpSpPr>
      <p:sp>
        <p:nvSpPr>
          <p:cNvPr id="13" name="Freeform: Shape 15">
            <a:extLst>
              <a:ext uri="{FF2B5EF4-FFF2-40B4-BE49-F238E27FC236}">
                <a16:creationId xmlns:a16="http://schemas.microsoft.com/office/drawing/2014/main" id="{373F4DFA-EB1C-0802-6DB6-F680367799D7}"/>
              </a:ext>
              <a:ext uri="{C183D7F6-B498-43B3-948B-1728B52AA6E4}">
                <adec:decorative xmlns:adec="http://schemas.microsoft.com/office/drawing/2017/decorative" val="1"/>
              </a:ext>
            </a:extLst>
          </p:cNvPr>
          <p:cNvSpPr/>
          <p:nvPr/>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2787213"/>
            <a:ext cx="8229600" cy="2621154"/>
          </a:xfrm>
        </p:spPr>
        <p:txBody>
          <a:bodyPr anchor="b">
            <a:normAutofit/>
          </a:bodyPr>
          <a:lstStyle>
            <a:lvl1pPr algn="ctr">
              <a:defRPr sz="60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5443909"/>
            <a:ext cx="7588155" cy="1414091"/>
          </a:xfrm>
        </p:spPr>
        <p:txBody>
          <a:bodyPr>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09659C8A-FEAD-0E21-E6D3-D37128750DE3}"/>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ACDF62FB-03E9-93F2-7A34-F233AFA3AC36}"/>
              </a:ext>
            </a:extLst>
          </p:cNvPr>
          <p:cNvSpPr>
            <a:spLocks noGrp="1"/>
          </p:cNvSpPr>
          <p:nvPr>
            <p:ph type="dt" sz="half" idx="10"/>
          </p:nvPr>
        </p:nvSpPr>
        <p:spPr/>
        <p:txBody>
          <a:bodyPr/>
          <a:lstStyle/>
          <a:p>
            <a:fld id="{7FA43F5B-065E-43CE-B3FD-98C48A6F94D7}" type="datetime1">
              <a:rPr lang="en-US" smtClean="0"/>
              <a:t>4/1/2026</a:t>
            </a:fld>
            <a:endParaRPr lang="en-US"/>
          </a:p>
        </p:txBody>
      </p:sp>
      <p:sp>
        <p:nvSpPr>
          <p:cNvPr id="6" name="Slide Number Placeholder 5">
            <a:extLst>
              <a:ext uri="{FF2B5EF4-FFF2-40B4-BE49-F238E27FC236}">
                <a16:creationId xmlns:a16="http://schemas.microsoft.com/office/drawing/2014/main" id="{F6CE9323-6CD7-F266-CF02-4659EBD32BA3}"/>
              </a:ext>
            </a:extLst>
          </p:cNvPr>
          <p:cNvSpPr>
            <a:spLocks noGrp="1"/>
          </p:cNvSpPr>
          <p:nvPr>
            <p:ph type="sldNum" sz="quarter" idx="12"/>
          </p:nvPr>
        </p:nvSpPr>
        <p:spPr/>
        <p:txBody>
          <a:bodyPr/>
          <a:lstStyle/>
          <a:p>
            <a:fld id="{2DE90F28-AFBB-4AB2-AA79-6D3F72ED131B}" type="slidenum">
              <a:rPr lang="en-US" smtClean="0"/>
              <a:t>‹#›</a:t>
            </a:fld>
            <a:endParaRPr lang="en-US"/>
          </a:p>
        </p:txBody>
      </p:sp>
    </p:spTree>
    <p:extLst>
      <p:ext uri="{BB962C8B-B14F-4D97-AF65-F5344CB8AC3E}">
        <p14:creationId xmlns:p14="http://schemas.microsoft.com/office/powerpoint/2010/main" val="275111824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838200" y="859536"/>
            <a:ext cx="9546336" cy="3675885"/>
          </a:xfrm>
        </p:spPr>
        <p:txBody>
          <a:bodyPr anchor="t">
            <a:normAutofit/>
          </a:bodyPr>
          <a:lstStyle>
            <a:lvl1pPr>
              <a:defRPr sz="6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EE2A7A0-B9EE-41A8-8016-28E5803F20B2}" type="datetime1">
              <a:rPr lang="en-US" smtClean="0"/>
              <a:pPr/>
              <a:t>4/1/2026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userDrawn="1"/>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750884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1296083"/>
            <a:ext cx="4325112" cy="4265835"/>
          </a:xfrm>
        </p:spPr>
        <p:txBody>
          <a:bodyPr anchor="b" anchorCtr="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53D6F41-6645-4089-A6BB-7B692A44A4CC}" type="datetime1">
              <a:rPr lang="en-US" smtClean="0"/>
              <a:pPr/>
              <a:t>4/1/2026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79195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genda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523192" y="921782"/>
            <a:ext cx="8012703" cy="1463040"/>
          </a:xfrm>
        </p:spPr>
        <p:txBody>
          <a:bodyPr anchor="b">
            <a:noAutofit/>
          </a:bodyPr>
          <a:lstStyle>
            <a:lvl1pPr algn="l">
              <a:defRPr sz="600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523192" y="2533094"/>
            <a:ext cx="8012694" cy="3689909"/>
          </a:xfrm>
        </p:spPr>
        <p:txBody>
          <a:bodyPr anchor="t" anchorCtr="0">
            <a:normAutofit/>
          </a:bodyPr>
          <a:lstStyle>
            <a:lvl1pPr marL="0" indent="0" algn="l">
              <a:buFont typeface="Arial" panose="020B0604020202020204" pitchFamily="34" charset="0"/>
              <a:buNone/>
              <a:defRPr sz="1800">
                <a:solidFill>
                  <a:schemeClr val="tx1"/>
                </a:solidFill>
              </a:defRPr>
            </a:lvl1pPr>
            <a:lvl2pPr algn="l">
              <a:defRPr sz="1600">
                <a:solidFill>
                  <a:schemeClr val="tx1"/>
                </a:solidFill>
              </a:defRPr>
            </a:lvl2pPr>
            <a:lvl3pPr algn="l">
              <a:defRPr sz="1400">
                <a:solidFill>
                  <a:schemeClr val="tx1"/>
                </a:solidFill>
              </a:defRPr>
            </a:lvl3pPr>
            <a:lvl4pPr algn="l">
              <a:defRPr sz="1200">
                <a:solidFill>
                  <a:schemeClr val="tx1"/>
                </a:solidFill>
              </a:defRPr>
            </a:lvl4pPr>
            <a:lvl5pPr algn="l">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8A60B404-9532-4DA8-8A40-EC339A5BE635}" type="datetime1">
              <a:rPr lang="en-US" smtClean="0"/>
              <a:pPr/>
              <a:t>4/1/2026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8" name="Straight Connector 7">
            <a:extLst>
              <a:ext uri="{FF2B5EF4-FFF2-40B4-BE49-F238E27FC236}">
                <a16:creationId xmlns:a16="http://schemas.microsoft.com/office/drawing/2014/main" id="{B899D92D-13BB-E0E1-DD69-482838D5372B}"/>
              </a:ext>
              <a:ext uri="{C183D7F6-B498-43B3-948B-1728B52AA6E4}">
                <adec:decorative xmlns:adec="http://schemas.microsoft.com/office/drawing/2017/decorative" val="1"/>
              </a:ext>
            </a:extLst>
          </p:cNvPr>
          <p:cNvCxnSpPr>
            <a:cxnSpLocks/>
          </p:cNvCxnSpPr>
          <p:nvPr userDrawn="1"/>
        </p:nvCxnSpPr>
        <p:spPr>
          <a:xfrm>
            <a:off x="1066880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99631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Agenda 3">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C4E9710-FA87-30E3-20CB-80AEB3E8C2A9}"/>
              </a:ext>
            </a:extLst>
          </p:cNvPr>
          <p:cNvSpPr>
            <a:spLocks noGrp="1"/>
          </p:cNvSpPr>
          <p:nvPr>
            <p:ph type="title"/>
          </p:nvPr>
        </p:nvSpPr>
        <p:spPr>
          <a:xfrm>
            <a:off x="2060880" y="365760"/>
            <a:ext cx="9292920" cy="1116811"/>
          </a:xfrm>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Content Placeholder 7">
            <a:extLst>
              <a:ext uri="{FF2B5EF4-FFF2-40B4-BE49-F238E27FC236}">
                <a16:creationId xmlns:a16="http://schemas.microsoft.com/office/drawing/2014/main" id="{D0E17293-F2D5-8A51-CB65-CFF771731061}"/>
              </a:ext>
            </a:extLst>
          </p:cNvPr>
          <p:cNvSpPr>
            <a:spLocks noGrp="1"/>
          </p:cNvSpPr>
          <p:nvPr>
            <p:ph sz="quarter" idx="14"/>
          </p:nvPr>
        </p:nvSpPr>
        <p:spPr>
          <a:xfrm>
            <a:off x="2066409" y="1986161"/>
            <a:ext cx="9284368" cy="4236841"/>
          </a:xfrm>
        </p:spPr>
        <p:txBody>
          <a:bodyPr/>
          <a:lstStyle>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29247CA6-BC1D-429A-A289-4E939E49554A}" type="datetime1">
              <a:rPr lang="en-US" smtClean="0"/>
              <a:pPr/>
              <a:t>4/1/2026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7" name="Straight Connector 6">
            <a:extLst>
              <a:ext uri="{FF2B5EF4-FFF2-40B4-BE49-F238E27FC236}">
                <a16:creationId xmlns:a16="http://schemas.microsoft.com/office/drawing/2014/main" id="{AC7AD265-7A5D-626D-3F70-B7BA0D0172D9}"/>
              </a:ext>
            </a:extLst>
          </p:cNvPr>
          <p:cNvCxnSpPr>
            <a:cxnSpLocks/>
          </p:cNvCxnSpPr>
          <p:nvPr userDrawn="1"/>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181042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1060704" y="4608576"/>
            <a:ext cx="4169664" cy="1609344"/>
          </a:xfrm>
        </p:spPr>
        <p:txBody>
          <a:bodyPr anchor="t" anchorCtr="0">
            <a:noAutofit/>
          </a:bodyPr>
          <a:lstStyle>
            <a:lvl1pPr algn="ctr">
              <a:defRPr sz="44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Picture Placeholder 7">
            <a:extLst>
              <a:ext uri="{FF2B5EF4-FFF2-40B4-BE49-F238E27FC236}">
                <a16:creationId xmlns:a16="http://schemas.microsoft.com/office/drawing/2014/main" id="{4E5AAB3D-814D-597A-6ADE-F522A8116DCD}"/>
              </a:ext>
            </a:extLst>
          </p:cNvPr>
          <p:cNvSpPr>
            <a:spLocks noGrp="1"/>
          </p:cNvSpPr>
          <p:nvPr>
            <p:ph type="pic" idx="13" hasCustomPrompt="1"/>
          </p:nvPr>
        </p:nvSpPr>
        <p:spPr>
          <a:xfrm>
            <a:off x="1257301" y="1097280"/>
            <a:ext cx="3776470" cy="3168100"/>
          </a:xfrm>
          <a:custGeom>
            <a:avLst/>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marL="0" indent="0">
              <a:buFont typeface="Arial" panose="020B0604020202020204" pitchFamily="34" charse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7141464" y="841248"/>
            <a:ext cx="4215384"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fld id="{75E16723-2C2F-40DB-89B2-A94AAE77E75C}" type="datetime1">
              <a:rPr lang="en-US" smtClean="0"/>
              <a:pPr/>
              <a:t>4/1/2026</a:t>
            </a:fld>
            <a:endParaRPr lang="en-US"/>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2DE90F28-AFBB-4AB2-AA79-6D3F72ED131B}" type="slidenum">
              <a:rPr lang="en-US" smtClean="0"/>
              <a:pPr/>
              <a:t>‹#›</a:t>
            </a:fld>
            <a:endParaRPr lang="en-US"/>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629708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73386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8200" y="365760"/>
            <a:ext cx="10515600" cy="1116811"/>
          </a:xfrm>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D3196D68-1BE9-332F-CE83-CA191A09639C}"/>
              </a:ext>
            </a:extLst>
          </p:cNvPr>
          <p:cNvSpPr>
            <a:spLocks noGrp="1"/>
          </p:cNvSpPr>
          <p:nvPr>
            <p:ph sz="quarter" idx="13"/>
          </p:nvPr>
        </p:nvSpPr>
        <p:spPr>
          <a:xfrm>
            <a:off x="838200" y="2395538"/>
            <a:ext cx="10515600" cy="4097337"/>
          </a:xfrm>
        </p:spPr>
        <p:txBody>
          <a:bodyPr/>
          <a:lstStyle>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990E4242-8CA0-457D-B3B1-7D78B4164321}" type="datetime1">
              <a:rPr lang="en-US" smtClean="0"/>
              <a:pPr/>
              <a:t>4/1/2026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7623285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3102182"/>
            <a:ext cx="4325112" cy="2459736"/>
          </a:xfrm>
        </p:spPr>
        <p:txBody>
          <a:bodyPr anchor="b" anchorCtr="0"/>
          <a:lstStyle>
            <a:lvl1pPr marL="0" indent="0">
              <a:buNone/>
              <a:defRPr>
                <a:solidFill>
                  <a:schemeClr val="tx1"/>
                </a:solidFill>
              </a:defRPr>
            </a:lvl1pPr>
            <a:lvl2pPr marL="228600" indent="0">
              <a:buNone/>
              <a:defRPr sz="14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53D6F41-6645-4089-A6BB-7B692A44A4CC}" type="datetime1">
              <a:rPr lang="en-US" smtClean="0"/>
              <a:pPr/>
              <a:t>4/1/2026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187863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86384" y="2615184"/>
            <a:ext cx="3813048" cy="3557016"/>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841248"/>
            <a:ext cx="4956175" cy="3556000"/>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258B73AF-3955-4569-8B4F-B329360A9CBD}" type="datetime1">
              <a:rPr lang="en-US" smtClean="0"/>
              <a:pPr/>
              <a:t>4/1/2026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501620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29720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358617"/>
            <a:ext cx="4145582" cy="4818062"/>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723954" y="841248"/>
            <a:ext cx="5681662" cy="4818062"/>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8695276D-BBED-48BC-B459-1E9A16CF46CD}" type="datetime1">
              <a:rPr lang="en-US" smtClean="0"/>
              <a:pPr/>
              <a:t>4/1/2026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3" name="Straight Connector 2">
            <a:extLst>
              <a:ext uri="{FF2B5EF4-FFF2-40B4-BE49-F238E27FC236}">
                <a16:creationId xmlns:a16="http://schemas.microsoft.com/office/drawing/2014/main" id="{7E04C821-A160-CE80-AFE2-D2549F9F2A41}"/>
              </a:ext>
              <a:ext uri="{C183D7F6-B498-43B3-948B-1728B52AA6E4}">
                <adec:decorative xmlns:adec="http://schemas.microsoft.com/office/drawing/2017/decorative" val="1"/>
              </a:ext>
            </a:extLst>
          </p:cNvPr>
          <p:cNvCxnSpPr>
            <a:cxnSpLocks/>
          </p:cNvCxnSpPr>
          <p:nvPr userDrawn="1"/>
        </p:nvCxnSpPr>
        <p:spPr>
          <a:xfrm flipV="1">
            <a:off x="5250118"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38683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841248"/>
            <a:ext cx="2999232" cy="5184648"/>
          </a:xfrm>
        </p:spPr>
        <p:txBody>
          <a:bodyPr anchor="t" anchorCtr="0">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66926" y="841248"/>
            <a:ext cx="6260154" cy="5184648"/>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B0ADC593-EA98-4C39-A75F-3F3A9C691019}" type="datetime1">
              <a:rPr lang="en-US" smtClean="0"/>
              <a:pPr/>
              <a:t>4/1/2026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45741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1152" y="990511"/>
            <a:ext cx="2565593" cy="1858941"/>
          </a:xfrm>
        </p:spPr>
        <p:txBody>
          <a:bodyPr anchor="b"/>
          <a:lstStyle>
            <a:lvl1pPr>
              <a:defRPr lang="en-US" sz="3200" kern="1200" dirty="0">
                <a:solidFill>
                  <a:schemeClr val="tx1"/>
                </a:solidFill>
                <a:latin typeface="+mj-lt"/>
                <a:ea typeface="+mj-ea"/>
                <a:cs typeface="+mj-cs"/>
              </a:defRPr>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2271" y="3011335"/>
            <a:ext cx="25599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10292564" y="1592958"/>
            <a:ext cx="2973522" cy="365125"/>
          </a:xfrm>
        </p:spPr>
        <p:txBody>
          <a:bodyPr/>
          <a:lstStyle>
            <a:lvl1pPr algn="l">
              <a:defRPr>
                <a:solidFill>
                  <a:schemeClr val="tx1"/>
                </a:solidFill>
              </a:defRPr>
            </a:lvl1pPr>
          </a:lstStyle>
          <a:p>
            <a:r>
              <a:rPr lang="en-US"/>
              <a:t>Sample Footer Text</a:t>
            </a:r>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7FA43F5B-065E-43CE-B3FD-98C48A6F94D7}" type="datetime1">
              <a:rPr lang="en-US" smtClean="0"/>
              <a:pPr/>
              <a:t>4/1/2026</a:t>
            </a:fld>
            <a:endParaRPr lang="en-US"/>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2DE90F28-AFBB-4AB2-AA79-6D3F72ED131B}" type="slidenum">
              <a:rPr lang="en-US" smtClean="0"/>
              <a:pPr/>
              <a:t>‹#›</a:t>
            </a:fld>
            <a:endParaRPr lang="en-US"/>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userDrawn="1"/>
        </p:nvCxnSpPr>
        <p:spPr>
          <a:xfrm>
            <a:off x="832057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1504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990511"/>
            <a:ext cx="2724240" cy="1858941"/>
          </a:xfrm>
        </p:spPr>
        <p:txBody>
          <a:bodyPr anchor="b"/>
          <a:lstStyle>
            <a:lvl1pPr>
              <a:defRPr lang="en-US" sz="3200" kern="1200" dirty="0">
                <a:solidFill>
                  <a:schemeClr val="tx1"/>
                </a:solidFill>
                <a:latin typeface="+mj-lt"/>
                <a:ea typeface="+mj-ea"/>
                <a:cs typeface="+mj-cs"/>
              </a:defRPr>
            </a:lvl1pPr>
          </a:lstStyle>
          <a:p>
            <a:r>
              <a:rPr lang="en-US"/>
              <a:t>Click to edit Master title style</a:t>
            </a:r>
          </a:p>
        </p:txBody>
      </p:sp>
      <p:sp>
        <p:nvSpPr>
          <p:cNvPr id="3" name="Footer Placeholder 5">
            <a:extLst>
              <a:ext uri="{FF2B5EF4-FFF2-40B4-BE49-F238E27FC236}">
                <a16:creationId xmlns:a16="http://schemas.microsoft.com/office/drawing/2014/main" id="{8B89DDCA-87DB-0908-C1FE-D16DEF719208}"/>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r>
              <a:rPr lang="en-US"/>
              <a:t>Sample Footer Text</a:t>
            </a:r>
          </a:p>
        </p:txBody>
      </p:sp>
      <p:sp>
        <p:nvSpPr>
          <p:cNvPr id="4" name="Date Placeholder 4">
            <a:extLst>
              <a:ext uri="{FF2B5EF4-FFF2-40B4-BE49-F238E27FC236}">
                <a16:creationId xmlns:a16="http://schemas.microsoft.com/office/drawing/2014/main" id="{8EBE519D-028D-D854-9791-84D8B687B3A9}"/>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7FA43F5B-065E-43CE-B3FD-98C48A6F94D7}" type="datetime1">
              <a:rPr lang="en-US" smtClean="0"/>
              <a:pPr/>
              <a:t>4/1/2026</a:t>
            </a:fld>
            <a:endParaRPr lang="en-US"/>
          </a:p>
        </p:txBody>
      </p:sp>
      <p:sp>
        <p:nvSpPr>
          <p:cNvPr id="9" name="Slide Number Placeholder 6">
            <a:extLst>
              <a:ext uri="{FF2B5EF4-FFF2-40B4-BE49-F238E27FC236}">
                <a16:creationId xmlns:a16="http://schemas.microsoft.com/office/drawing/2014/main" id="{EAF697B0-B4E5-EE0F-75F1-242A9E4FB1F7}"/>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2DE90F28-AFBB-4AB2-AA79-6D3F72ED131B}" type="slidenum">
              <a:rPr lang="en-US" smtClean="0"/>
              <a:pPr/>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0" y="3011335"/>
            <a:ext cx="27182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cxnSp>
        <p:nvCxnSpPr>
          <p:cNvPr id="5" name="Straight Connector 4">
            <a:extLst>
              <a:ext uri="{FF2B5EF4-FFF2-40B4-BE49-F238E27FC236}">
                <a16:creationId xmlns:a16="http://schemas.microsoft.com/office/drawing/2014/main" id="{EA233B23-1BCB-72C2-12F6-A6A2A66483EC}"/>
              </a:ext>
              <a:ext uri="{C183D7F6-B498-43B3-948B-1728B52AA6E4}">
                <adec:decorative xmlns:adec="http://schemas.microsoft.com/office/drawing/2017/decorative" val="1"/>
              </a:ext>
            </a:extLst>
          </p:cNvPr>
          <p:cNvCxnSpPr>
            <a:cxnSpLocks/>
          </p:cNvCxnSpPr>
          <p:nvPr userDrawn="1"/>
        </p:nvCxnSpPr>
        <p:spPr>
          <a:xfrm>
            <a:off x="3859058"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17195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548640"/>
            <a:ext cx="6093225" cy="1143000"/>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3520" y="1828800"/>
            <a:ext cx="6071616"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479715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10425981" y="4687095"/>
            <a:ext cx="2706690" cy="365125"/>
          </a:xfrm>
        </p:spPr>
        <p:txBody>
          <a:bodyPr/>
          <a:lstStyle/>
          <a:p>
            <a:fld id="{7FA43F5B-065E-43CE-B3FD-98C48A6F94D7}" type="datetime1">
              <a:rPr lang="en-US" smtClean="0"/>
              <a:pPr/>
              <a:t>4/1/2026</a:t>
            </a:fld>
            <a:endParaRPr lang="en-US"/>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10292565" y="1592957"/>
            <a:ext cx="2973522"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15631682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48640"/>
            <a:ext cx="6135624" cy="1143000"/>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28800"/>
            <a:ext cx="6135624"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738202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4/1/2026</a:t>
            </a:fld>
            <a:endParaRPr lang="en-US"/>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131161" y="1592957"/>
            <a:ext cx="2973522"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13992015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8056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48056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466BBA9B-B728-DC67-AD0E-8B0CD6B2553B}"/>
              </a:ext>
              <a:ext uri="{C183D7F6-B498-43B3-948B-1728B52AA6E4}">
                <adec:decorative xmlns:adec="http://schemas.microsoft.com/office/drawing/2017/decorative" val="1"/>
              </a:ext>
            </a:extLst>
          </p:cNvPr>
          <p:cNvCxnSpPr>
            <a:cxnSpLocks/>
          </p:cNvCxnSpPr>
          <p:nvPr userDrawn="1"/>
        </p:nvCxnSpPr>
        <p:spPr>
          <a:xfrm>
            <a:off x="401402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Date Placeholder 5">
            <a:extLst>
              <a:ext uri="{FF2B5EF4-FFF2-40B4-BE49-F238E27FC236}">
                <a16:creationId xmlns:a16="http://schemas.microsoft.com/office/drawing/2014/main" id="{9CD3AF4A-6CE8-D602-8B43-2DBEE16BF05E}"/>
              </a:ext>
            </a:extLst>
          </p:cNvPr>
          <p:cNvSpPr>
            <a:spLocks noGrp="1"/>
          </p:cNvSpPr>
          <p:nvPr>
            <p:ph type="dt" sz="half" idx="15"/>
          </p:nvPr>
        </p:nvSpPr>
        <p:spPr>
          <a:xfrm rot="5400000">
            <a:off x="10425981" y="4687095"/>
            <a:ext cx="2706690" cy="365125"/>
          </a:xfrm>
        </p:spPr>
        <p:txBody>
          <a:bodyPr/>
          <a:lstStyle/>
          <a:p>
            <a:fld id="{7FA43F5B-065E-43CE-B3FD-98C48A6F94D7}" type="datetime1">
              <a:rPr lang="en-US" smtClean="0"/>
              <a:pPr/>
              <a:t>4/1/2026</a:t>
            </a:fld>
            <a:endParaRPr lang="en-US"/>
          </a:p>
        </p:txBody>
      </p:sp>
      <p:sp>
        <p:nvSpPr>
          <p:cNvPr id="9" name="Footer Placeholder 8">
            <a:extLst>
              <a:ext uri="{FF2B5EF4-FFF2-40B4-BE49-F238E27FC236}">
                <a16:creationId xmlns:a16="http://schemas.microsoft.com/office/drawing/2014/main" id="{767E8268-A223-BA56-F272-53477C7091D7}"/>
              </a:ext>
            </a:extLst>
          </p:cNvPr>
          <p:cNvSpPr>
            <a:spLocks noGrp="1"/>
          </p:cNvSpPr>
          <p:nvPr>
            <p:ph type="ftr" sz="quarter" idx="16"/>
          </p:nvPr>
        </p:nvSpPr>
        <p:spPr>
          <a:xfrm rot="16200000" flipH="1">
            <a:off x="10292565" y="1592957"/>
            <a:ext cx="2973522"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94F7843C-45BC-E180-EC40-8C80397FBC9E}"/>
              </a:ext>
            </a:extLst>
          </p:cNvPr>
          <p:cNvSpPr>
            <a:spLocks noGrp="1"/>
          </p:cNvSpPr>
          <p:nvPr>
            <p:ph type="sldNum" sz="quarter" idx="17"/>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23507849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userDrawn="1"/>
        </p:nvCxnSpPr>
        <p:spPr>
          <a:xfrm>
            <a:off x="807776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4/1/2026</a:t>
            </a:fld>
            <a:endParaRPr lang="en-US"/>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131161" y="1592957"/>
            <a:ext cx="2973522"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42846549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32320" y="584339"/>
            <a:ext cx="4361688" cy="1261714"/>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661150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lang="en-US"/>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32320" y="1979463"/>
            <a:ext cx="4362450" cy="43292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FFBFE376-D742-D564-3921-9EE06C25A99D}"/>
              </a:ext>
              <a:ext uri="{C183D7F6-B498-43B3-948B-1728B52AA6E4}">
                <adec:decorative xmlns:adec="http://schemas.microsoft.com/office/drawing/2017/decorative" val="1"/>
              </a:ext>
            </a:extLst>
          </p:cNvPr>
          <p:cNvCxnSpPr>
            <a:cxnSpLocks/>
          </p:cNvCxnSpPr>
          <p:nvPr userDrawn="1"/>
        </p:nvCxnSpPr>
        <p:spPr>
          <a:xfrm>
            <a:off x="66160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Date Placeholder 5">
            <a:extLst>
              <a:ext uri="{FF2B5EF4-FFF2-40B4-BE49-F238E27FC236}">
                <a16:creationId xmlns:a16="http://schemas.microsoft.com/office/drawing/2014/main" id="{95BE6B84-4C67-D49C-27F8-C862E16A8FF8}"/>
              </a:ext>
            </a:extLst>
          </p:cNvPr>
          <p:cNvSpPr>
            <a:spLocks noGrp="1"/>
          </p:cNvSpPr>
          <p:nvPr>
            <p:ph type="dt" sz="half" idx="15"/>
          </p:nvPr>
        </p:nvSpPr>
        <p:spPr>
          <a:xfrm rot="5400000">
            <a:off x="10425981" y="4687095"/>
            <a:ext cx="2706690" cy="365125"/>
          </a:xfrm>
        </p:spPr>
        <p:txBody>
          <a:bodyPr/>
          <a:lstStyle/>
          <a:p>
            <a:fld id="{7FA43F5B-065E-43CE-B3FD-98C48A6F94D7}" type="datetime1">
              <a:rPr lang="en-US" smtClean="0"/>
              <a:pPr/>
              <a:t>4/1/2026</a:t>
            </a:fld>
            <a:endParaRPr lang="en-US"/>
          </a:p>
        </p:txBody>
      </p:sp>
      <p:sp>
        <p:nvSpPr>
          <p:cNvPr id="7" name="Footer Placeholder 6">
            <a:extLst>
              <a:ext uri="{FF2B5EF4-FFF2-40B4-BE49-F238E27FC236}">
                <a16:creationId xmlns:a16="http://schemas.microsoft.com/office/drawing/2014/main" id="{38CDB1B9-EC53-82AC-9108-F0D1BBC43917}"/>
              </a:ext>
            </a:extLst>
          </p:cNvPr>
          <p:cNvSpPr>
            <a:spLocks noGrp="1"/>
          </p:cNvSpPr>
          <p:nvPr>
            <p:ph type="ftr" sz="quarter" idx="16"/>
          </p:nvPr>
        </p:nvSpPr>
        <p:spPr>
          <a:xfrm rot="16200000" flipH="1">
            <a:off x="10292565" y="1592957"/>
            <a:ext cx="2973522"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E60BD4C5-5651-77FA-20CA-3D813654A922}"/>
              </a:ext>
            </a:extLst>
          </p:cNvPr>
          <p:cNvSpPr>
            <a:spLocks noGrp="1"/>
          </p:cNvSpPr>
          <p:nvPr>
            <p:ph type="sldNum" sz="quarter" idx="17"/>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183907378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4361688" cy="1262639"/>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979461"/>
            <a:ext cx="4360863"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userDrawn="1"/>
        </p:nvCxnSpPr>
        <p:spPr>
          <a:xfrm>
            <a:off x="573212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4/1/2026</a:t>
            </a:fld>
            <a:endParaRPr lang="en-US"/>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131161" y="1592957"/>
            <a:ext cx="2973522" cy="365125"/>
          </a:xfrm>
        </p:spPr>
        <p:txBody>
          <a:bodyPr/>
          <a:lstStyle/>
          <a:p>
            <a:r>
              <a:rPr lang="en-US"/>
              <a:t>Sample Footer Text</a:t>
            </a:r>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32149910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4572000" cy="932688"/>
          </a:xfrm>
        </p:spPr>
        <p:txBody>
          <a:bodyPr anchor="b"/>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380744"/>
            <a:ext cx="4572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userDrawn="1"/>
        </p:nvCxnSpPr>
        <p:spPr>
          <a:xfrm>
            <a:off x="591172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4/1/2026</a:t>
            </a:fld>
            <a:endParaRPr lang="en-US"/>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131161" y="1592957"/>
            <a:ext cx="2973522" cy="365125"/>
          </a:xfrm>
        </p:spPr>
        <p:txBody>
          <a:bodyPr/>
          <a:lstStyle/>
          <a:p>
            <a:r>
              <a:rPr lang="en-US"/>
              <a:t>Sample Footer Text</a:t>
            </a:r>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128628996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046720" y="583413"/>
            <a:ext cx="3566160" cy="1527048"/>
          </a:xfrm>
        </p:spPr>
        <p:txBody>
          <a:bodyPr anchor="b">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046720" y="2212975"/>
            <a:ext cx="3566160" cy="40957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C1F1B67D-ECBB-854F-CC29-CAAA9DB18E34}"/>
              </a:ext>
              <a:ext uri="{C183D7F6-B498-43B3-948B-1728B52AA6E4}">
                <adec:decorative xmlns:adec="http://schemas.microsoft.com/office/drawing/2017/decorative" val="1"/>
              </a:ext>
            </a:extLst>
          </p:cNvPr>
          <p:cNvCxnSpPr>
            <a:cxnSpLocks/>
          </p:cNvCxnSpPr>
          <p:nvPr userDrawn="1"/>
        </p:nvCxnSpPr>
        <p:spPr>
          <a:xfrm>
            <a:off x="7582129"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Date Placeholder 4">
            <a:extLst>
              <a:ext uri="{FF2B5EF4-FFF2-40B4-BE49-F238E27FC236}">
                <a16:creationId xmlns:a16="http://schemas.microsoft.com/office/drawing/2014/main" id="{B4A8E04B-FD21-4A20-D196-257B310FD4B4}"/>
              </a:ext>
            </a:extLst>
          </p:cNvPr>
          <p:cNvSpPr>
            <a:spLocks noGrp="1"/>
          </p:cNvSpPr>
          <p:nvPr>
            <p:ph type="dt" sz="half" idx="15"/>
          </p:nvPr>
        </p:nvSpPr>
        <p:spPr>
          <a:xfrm rot="5400000">
            <a:off x="10425981" y="4687095"/>
            <a:ext cx="2706690" cy="365125"/>
          </a:xfrm>
        </p:spPr>
        <p:txBody>
          <a:bodyPr/>
          <a:lstStyle/>
          <a:p>
            <a:fld id="{7FA43F5B-065E-43CE-B3FD-98C48A6F94D7}" type="datetime1">
              <a:rPr lang="en-US" smtClean="0"/>
              <a:pPr/>
              <a:t>4/1/2026</a:t>
            </a:fld>
            <a:endParaRPr lang="en-US"/>
          </a:p>
        </p:txBody>
      </p:sp>
      <p:sp>
        <p:nvSpPr>
          <p:cNvPr id="9" name="Footer Placeholder 8">
            <a:extLst>
              <a:ext uri="{FF2B5EF4-FFF2-40B4-BE49-F238E27FC236}">
                <a16:creationId xmlns:a16="http://schemas.microsoft.com/office/drawing/2014/main" id="{4FB7A9C8-9922-276E-D7E7-BA37C3C590DA}"/>
              </a:ext>
            </a:extLst>
          </p:cNvPr>
          <p:cNvSpPr>
            <a:spLocks noGrp="1"/>
          </p:cNvSpPr>
          <p:nvPr>
            <p:ph type="ftr" sz="quarter" idx="16"/>
          </p:nvPr>
        </p:nvSpPr>
        <p:spPr>
          <a:xfrm rot="16200000" flipH="1">
            <a:off x="10292565" y="1592957"/>
            <a:ext cx="2973522"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C7BD9853-F841-5935-2E22-F5DA78B10918}"/>
              </a:ext>
            </a:extLst>
          </p:cNvPr>
          <p:cNvSpPr>
            <a:spLocks noGrp="1"/>
          </p:cNvSpPr>
          <p:nvPr>
            <p:ph type="sldNum" sz="quarter" idx="17"/>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38188740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3401568" cy="1527048"/>
          </a:xfrm>
        </p:spPr>
        <p:txBody>
          <a:bodyPr anchor="b">
            <a:norm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2212975"/>
            <a:ext cx="3401568" cy="40957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761780" y="0"/>
            <a:ext cx="743021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lang="en-US"/>
            </a:lvl1pPr>
          </a:lstStyle>
          <a:p>
            <a:r>
              <a:rPr lang="en-US"/>
              <a:t> </a:t>
            </a:r>
          </a:p>
        </p:txBody>
      </p:sp>
      <p:cxnSp>
        <p:nvCxnSpPr>
          <p:cNvPr id="5" name="Straight Connector 4">
            <a:extLst>
              <a:ext uri="{FF2B5EF4-FFF2-40B4-BE49-F238E27FC236}">
                <a16:creationId xmlns:a16="http://schemas.microsoft.com/office/drawing/2014/main" id="{E88ED8BF-3BC1-C0A7-67E1-8F6CE5DBA66D}"/>
              </a:ext>
              <a:ext uri="{C183D7F6-B498-43B3-948B-1728B52AA6E4}">
                <adec:decorative xmlns:adec="http://schemas.microsoft.com/office/drawing/2017/decorative" val="1"/>
              </a:ext>
            </a:extLst>
          </p:cNvPr>
          <p:cNvCxnSpPr>
            <a:cxnSpLocks/>
          </p:cNvCxnSpPr>
          <p:nvPr userDrawn="1"/>
        </p:nvCxnSpPr>
        <p:spPr>
          <a:xfrm>
            <a:off x="474815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72C41D87-A2F7-832F-EE5D-4A82C0898306}"/>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4/1/2026</a:t>
            </a:fld>
            <a:endParaRPr lang="en-US"/>
          </a:p>
        </p:txBody>
      </p:sp>
      <p:sp>
        <p:nvSpPr>
          <p:cNvPr id="6" name="Footer Placeholder 4">
            <a:extLst>
              <a:ext uri="{FF2B5EF4-FFF2-40B4-BE49-F238E27FC236}">
                <a16:creationId xmlns:a16="http://schemas.microsoft.com/office/drawing/2014/main" id="{B2FFE48E-EFB9-58B7-9159-E1F3B1F35D72}"/>
              </a:ext>
            </a:extLst>
          </p:cNvPr>
          <p:cNvSpPr>
            <a:spLocks noGrp="1"/>
          </p:cNvSpPr>
          <p:nvPr>
            <p:ph type="ftr" sz="quarter" idx="16"/>
          </p:nvPr>
        </p:nvSpPr>
        <p:spPr>
          <a:xfrm rot="16200000" flipH="1">
            <a:off x="-1131161" y="1592957"/>
            <a:ext cx="2973522" cy="365125"/>
          </a:xfrm>
        </p:spPr>
        <p:txBody>
          <a:bodyPr/>
          <a:lstStyle/>
          <a:p>
            <a:r>
              <a:rPr lang="en-US"/>
              <a:t>Sample Footer Text</a:t>
            </a:r>
          </a:p>
        </p:txBody>
      </p:sp>
      <p:sp>
        <p:nvSpPr>
          <p:cNvPr id="7" name="Slide Number Placeholder 5">
            <a:extLst>
              <a:ext uri="{FF2B5EF4-FFF2-40B4-BE49-F238E27FC236}">
                <a16:creationId xmlns:a16="http://schemas.microsoft.com/office/drawing/2014/main" id="{C03AB52F-F281-1BB9-9D9F-9FC67E6B879C}"/>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82435944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012268"/>
            <a:ext cx="3739896" cy="1390330"/>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499001" y="5684309"/>
            <a:ext cx="1709209" cy="365125"/>
          </a:xfrm>
        </p:spPr>
        <p:txBody>
          <a:bodyPr/>
          <a:lstStyle/>
          <a:p>
            <a:r>
              <a:rPr lang="en-US"/>
              <a:t>Sample Footer Text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800">
                <a:solidFill>
                  <a:schemeClr val="tx1"/>
                </a:solidFill>
              </a:defRPr>
            </a:lvl1pPr>
            <a:lvl2pPr marL="228600" indent="0">
              <a:buFont typeface="Arial" panose="020B0604020202020204" pitchFamily="34" charset="0"/>
              <a:buNone/>
              <a:defRPr sz="1600">
                <a:solidFill>
                  <a:schemeClr val="tx1"/>
                </a:solidFill>
              </a:defRPr>
            </a:lvl2pPr>
            <a:lvl3pPr marL="457200" indent="0">
              <a:buFont typeface="Arial" panose="020B0604020202020204" pitchFamily="34" charset="0"/>
              <a:buNone/>
              <a:defRPr sz="1400">
                <a:solidFill>
                  <a:schemeClr val="tx1"/>
                </a:solidFill>
              </a:defRPr>
            </a:lvl3pPr>
            <a:lvl4pPr marL="685800" indent="0">
              <a:buFont typeface="Arial" panose="020B0604020202020204" pitchFamily="34" charset="0"/>
              <a:buNone/>
              <a:defRPr sz="1200">
                <a:solidFill>
                  <a:schemeClr val="tx1"/>
                </a:solidFill>
              </a:defRPr>
            </a:lvl4pPr>
            <a:lvl5pPr marL="914400" indent="0">
              <a:buFont typeface="Arial" panose="020B0604020202020204" pitchFamily="34" charset="0"/>
              <a:buNone/>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73959" y="5435073"/>
            <a:ext cx="1210734" cy="365125"/>
          </a:xfrm>
        </p:spPr>
        <p:txBody>
          <a:bodyPr/>
          <a:lstStyle>
            <a:lvl1pPr>
              <a:defRPr>
                <a:solidFill>
                  <a:schemeClr val="tx1"/>
                </a:solidFill>
              </a:defRPr>
            </a:lvl1pPr>
          </a:lstStyle>
          <a:p>
            <a:fld id="{ADC8C146-0A20-4029-98D5-9A42EEDF8B24}" type="datetime1">
              <a:rPr lang="en-US" smtClean="0"/>
              <a:pPr/>
              <a:t>4/1/2026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463823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93857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162317"/>
            <a:ext cx="2953618" cy="1892808"/>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3" name="Straight Connector 2">
            <a:extLst>
              <a:ext uri="{FF2B5EF4-FFF2-40B4-BE49-F238E27FC236}">
                <a16:creationId xmlns:a16="http://schemas.microsoft.com/office/drawing/2014/main" id="{2405500C-1C2B-4DBE-7BD5-6BEE65AA2531}"/>
              </a:ext>
              <a:ext uri="{C183D7F6-B498-43B3-948B-1728B52AA6E4}">
                <adec:decorative xmlns:adec="http://schemas.microsoft.com/office/drawing/2017/decorative" val="1"/>
              </a:ext>
            </a:extLst>
          </p:cNvPr>
          <p:cNvCxnSpPr>
            <a:cxnSpLocks/>
          </p:cNvCxnSpPr>
          <p:nvPr/>
        </p:nvCxnSpPr>
        <p:spPr>
          <a:xfrm flipH="1">
            <a:off x="0" y="37843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9">
            <a:extLst>
              <a:ext uri="{FF2B5EF4-FFF2-40B4-BE49-F238E27FC236}">
                <a16:creationId xmlns:a16="http://schemas.microsoft.com/office/drawing/2014/main" id="{EFC0BAFC-A983-7661-7BE4-9CB4E1AAE80B}"/>
              </a:ext>
            </a:extLst>
          </p:cNvPr>
          <p:cNvSpPr>
            <a:spLocks noGrp="1"/>
          </p:cNvSpPr>
          <p:nvPr>
            <p:ph type="ftr" sz="quarter" idx="16"/>
          </p:nvPr>
        </p:nvSpPr>
        <p:spPr>
          <a:xfrm rot="16200000" flipH="1">
            <a:off x="-923978" y="5259333"/>
            <a:ext cx="2559157" cy="365125"/>
          </a:xfrm>
        </p:spPr>
        <p:txBody>
          <a:bodyPr/>
          <a:lstStyle/>
          <a:p>
            <a:r>
              <a:rPr lang="en-US"/>
              <a:t>Sample Footer Text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840480" y="4162318"/>
            <a:ext cx="7589520" cy="2240280"/>
          </a:xfrm>
        </p:spPr>
        <p:txBody>
          <a:bodyPr>
            <a:noAutofit/>
          </a:bodyPr>
          <a:lstStyle>
            <a:lvl1pPr marL="0" indent="0">
              <a:buFont typeface="Arial" panose="020B0604020202020204" pitchFamily="34" charset="0"/>
              <a:buNone/>
              <a:defRPr sz="1800">
                <a:solidFill>
                  <a:schemeClr val="tx1"/>
                </a:solidFill>
              </a:defRPr>
            </a:lvl1pPr>
            <a:lvl2pPr marL="514350" indent="-285750">
              <a:buFont typeface="Arial" panose="020B0604020202020204" pitchFamily="34" charset="0"/>
              <a:buChar char="•"/>
              <a:defRPr sz="1600">
                <a:solidFill>
                  <a:schemeClr val="tx1"/>
                </a:solidFill>
              </a:defRPr>
            </a:lvl2pPr>
            <a:lvl3pPr marL="742950" indent="-285750">
              <a:buFont typeface="Arial" panose="020B0604020202020204" pitchFamily="34" charset="0"/>
              <a:buChar char="•"/>
              <a:defRPr sz="1400">
                <a:solidFill>
                  <a:schemeClr val="tx1"/>
                </a:solidFill>
              </a:defRPr>
            </a:lvl3pPr>
            <a:lvl4pPr marL="857250" indent="-171450">
              <a:buFont typeface="Arial" panose="020B0604020202020204" pitchFamily="34" charset="0"/>
              <a:buChar char="•"/>
              <a:defRPr sz="1200">
                <a:solidFill>
                  <a:schemeClr val="tx1"/>
                </a:solidFill>
              </a:defRPr>
            </a:lvl4pPr>
            <a:lvl5pPr marL="1085850" indent="-171450">
              <a:buFont typeface="Arial" panose="020B0604020202020204" pitchFamily="34" charset="0"/>
              <a:buChar cha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8">
            <a:extLst>
              <a:ext uri="{FF2B5EF4-FFF2-40B4-BE49-F238E27FC236}">
                <a16:creationId xmlns:a16="http://schemas.microsoft.com/office/drawing/2014/main" id="{273E16F8-613D-6FF2-3AAE-FB4255DC1EF7}"/>
              </a:ext>
            </a:extLst>
          </p:cNvPr>
          <p:cNvSpPr>
            <a:spLocks noGrp="1"/>
          </p:cNvSpPr>
          <p:nvPr>
            <p:ph type="dt" sz="half" idx="15"/>
          </p:nvPr>
        </p:nvSpPr>
        <p:spPr/>
        <p:txBody>
          <a:bodyPr/>
          <a:lstStyle/>
          <a:p>
            <a:fld id="{7FA43F5B-065E-43CE-B3FD-98C48A6F94D7}" type="datetime1">
              <a:rPr lang="en-US" smtClean="0"/>
              <a:t>4/1/2026</a:t>
            </a:fld>
            <a:endParaRPr lang="en-US"/>
          </a:p>
        </p:txBody>
      </p:sp>
      <p:sp>
        <p:nvSpPr>
          <p:cNvPr id="12" name="Slide Number Placeholder 11">
            <a:extLst>
              <a:ext uri="{FF2B5EF4-FFF2-40B4-BE49-F238E27FC236}">
                <a16:creationId xmlns:a16="http://schemas.microsoft.com/office/drawing/2014/main" id="{64EC89D4-F3C3-252D-E57A-D34A76D8BD1E}"/>
              </a:ext>
            </a:extLst>
          </p:cNvPr>
          <p:cNvSpPr>
            <a:spLocks noGrp="1"/>
          </p:cNvSpPr>
          <p:nvPr>
            <p:ph type="sldNum" sz="quarter" idx="17"/>
          </p:nvPr>
        </p:nvSpPr>
        <p:spPr>
          <a:xfrm>
            <a:off x="11512296" y="6356350"/>
            <a:ext cx="574620" cy="365125"/>
          </a:xfrm>
        </p:spPr>
        <p:txBody>
          <a:bodyPr/>
          <a:lstStyle/>
          <a:p>
            <a:fld id="{2DE90F28-AFBB-4AB2-AA79-6D3F72ED131B}" type="slidenum">
              <a:rPr lang="en-US" smtClean="0"/>
              <a:t>‹#›</a:t>
            </a:fld>
            <a:endParaRPr lang="en-US"/>
          </a:p>
        </p:txBody>
      </p:sp>
    </p:spTree>
    <p:extLst>
      <p:ext uri="{BB962C8B-B14F-4D97-AF65-F5344CB8AC3E}">
        <p14:creationId xmlns:p14="http://schemas.microsoft.com/office/powerpoint/2010/main" val="14893813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813647"/>
            <a:ext cx="2953618" cy="1892808"/>
          </a:xfrm>
        </p:spPr>
        <p:txBody>
          <a:bodyPr anchor="b" anchorCtr="0">
            <a:normAutofit/>
          </a:bodyPr>
          <a:lstStyle>
            <a:lvl1pPr>
              <a:defRPr sz="320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D1C5DDB1-0680-6692-8E8B-F9D50E915262}"/>
              </a:ext>
            </a:extLst>
          </p:cNvPr>
          <p:cNvSpPr>
            <a:spLocks noGrp="1"/>
          </p:cNvSpPr>
          <p:nvPr>
            <p:ph type="ftr" sz="quarter" idx="16"/>
          </p:nvPr>
        </p:nvSpPr>
        <p:spPr>
          <a:xfrm rot="16200000" flipH="1">
            <a:off x="-853249" y="1315045"/>
            <a:ext cx="2417698" cy="365125"/>
          </a:xfrm>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66175"/>
            <a:ext cx="7409228" cy="2240280"/>
          </a:xfrm>
        </p:spPr>
        <p:txBody>
          <a:bodyPr anchor="b" anchorCtr="0">
            <a:noAutofit/>
          </a:bodyPr>
          <a:lstStyle>
            <a:lvl1pPr marL="0" indent="0">
              <a:buFont typeface="Arial" panose="020B0604020202020204" pitchFamily="34" charset="0"/>
              <a:buNone/>
              <a:defRPr sz="1800">
                <a:solidFill>
                  <a:schemeClr val="tx1"/>
                </a:solidFill>
              </a:defRPr>
            </a:lvl1pPr>
            <a:lvl2pPr marL="514350" indent="-285750">
              <a:buFont typeface="Arial" panose="020B0604020202020204" pitchFamily="34" charset="0"/>
              <a:buChar char="•"/>
              <a:defRPr sz="1600">
                <a:solidFill>
                  <a:schemeClr val="tx1"/>
                </a:solidFill>
              </a:defRPr>
            </a:lvl2pPr>
            <a:lvl3pPr marL="742950" indent="-285750">
              <a:buFont typeface="Arial" panose="020B0604020202020204" pitchFamily="34" charset="0"/>
              <a:buChar char="•"/>
              <a:defRPr sz="1400">
                <a:solidFill>
                  <a:schemeClr val="tx1"/>
                </a:solidFill>
              </a:defRPr>
            </a:lvl3pPr>
            <a:lvl4pPr marL="857250" indent="-171450">
              <a:buFont typeface="Arial" panose="020B0604020202020204" pitchFamily="34" charset="0"/>
              <a:buChar char="•"/>
              <a:defRPr sz="1200">
                <a:solidFill>
                  <a:schemeClr val="tx1"/>
                </a:solidFill>
              </a:defRPr>
            </a:lvl4pPr>
            <a:lvl5pPr marL="1085850" indent="-171450">
              <a:buFont typeface="Arial" panose="020B0604020202020204" pitchFamily="34" charset="0"/>
              <a:buChar cha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865DF332-3FBA-2C89-59F5-FA1778C4985A}"/>
              </a:ext>
            </a:extLst>
          </p:cNvPr>
          <p:cNvSpPr>
            <a:spLocks noGrp="1"/>
          </p:cNvSpPr>
          <p:nvPr>
            <p:ph type="dt" sz="half" idx="15"/>
          </p:nvPr>
        </p:nvSpPr>
        <p:spPr>
          <a:xfrm rot="5400000">
            <a:off x="10902234" y="1160706"/>
            <a:ext cx="1754184" cy="365125"/>
          </a:xfrm>
        </p:spPr>
        <p:txBody>
          <a:bodyPr/>
          <a:lstStyle>
            <a:lvl1pPr>
              <a:defRPr>
                <a:solidFill>
                  <a:schemeClr val="tx1"/>
                </a:solidFill>
              </a:defRPr>
            </a:lvl1pPr>
          </a:lstStyle>
          <a:p>
            <a:fld id="{7FA43F5B-065E-43CE-B3FD-98C48A6F94D7}" type="datetime1">
              <a:rPr lang="en-US" smtClean="0"/>
              <a:pPr/>
              <a:t>4/1/2026</a:t>
            </a:fld>
            <a:endParaRPr lang="en-US"/>
          </a:p>
        </p:txBody>
      </p:sp>
      <p:sp>
        <p:nvSpPr>
          <p:cNvPr id="9" name="Slide Number Placeholder 8">
            <a:extLst>
              <a:ext uri="{FF2B5EF4-FFF2-40B4-BE49-F238E27FC236}">
                <a16:creationId xmlns:a16="http://schemas.microsoft.com/office/drawing/2014/main" id="{BB9E9CA5-FE3A-8B3B-FD85-EEC977EA262E}"/>
              </a:ext>
            </a:extLst>
          </p:cNvPr>
          <p:cNvSpPr>
            <a:spLocks noGrp="1"/>
          </p:cNvSpPr>
          <p:nvPr>
            <p:ph type="sldNum" sz="quarter" idx="17"/>
          </p:nvPr>
        </p:nvSpPr>
        <p:spPr>
          <a:xfrm>
            <a:off x="11512296" y="2353708"/>
            <a:ext cx="574620" cy="365125"/>
          </a:xfrm>
        </p:spPr>
        <p:txBody>
          <a:bodyPr/>
          <a:lstStyle>
            <a:lvl1pPr>
              <a:defRPr>
                <a:solidFill>
                  <a:schemeClr val="tx1"/>
                </a:solidFill>
              </a:defRPr>
            </a:lvl1pPr>
          </a:lstStyle>
          <a:p>
            <a:fld id="{2DE90F28-AFBB-4AB2-AA79-6D3F72ED131B}"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307973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98916A20-C6D4-6297-2A89-F60B0B6DAF9A}"/>
              </a:ext>
              <a:ext uri="{C183D7F6-B498-43B3-948B-1728B52AA6E4}">
                <adec:decorative xmlns:adec="http://schemas.microsoft.com/office/drawing/2017/decorative" val="1"/>
              </a:ext>
            </a:extLst>
          </p:cNvPr>
          <p:cNvCxnSpPr>
            <a:cxnSpLocks/>
          </p:cNvCxnSpPr>
          <p:nvPr userDrawn="1"/>
        </p:nvCxnSpPr>
        <p:spPr>
          <a:xfrm flipH="1">
            <a:off x="0" y="3071719"/>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852053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5577840"/>
            <a:ext cx="10972802" cy="970463"/>
          </a:xfrm>
        </p:spPr>
        <p:txBody>
          <a:bodyPr anchor="t" anchorCtr="0"/>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0" name="Picture Placeholder 9">
            <a:extLst>
              <a:ext uri="{FF2B5EF4-FFF2-40B4-BE49-F238E27FC236}">
                <a16:creationId xmlns:a16="http://schemas.microsoft.com/office/drawing/2014/main" id="{F715F3DA-3DCE-67E6-E94C-48C96A36C98B}"/>
              </a:ext>
            </a:extLst>
          </p:cNvPr>
          <p:cNvSpPr>
            <a:spLocks noGrp="1"/>
          </p:cNvSpPr>
          <p:nvPr>
            <p:ph type="pic" sz="quarter" idx="13" hasCustomPrompt="1"/>
          </p:nvPr>
        </p:nvSpPr>
        <p:spPr>
          <a:xfrm>
            <a:off x="640080" y="365760"/>
            <a:ext cx="5898743" cy="4425696"/>
          </a:xfrm>
          <a:custGeom>
            <a:avLst/>
            <a:gdLst>
              <a:gd name="connsiteX0" fmla="*/ 2983368 w 6446520"/>
              <a:gd name="connsiteY0" fmla="*/ 0 h 4425696"/>
              <a:gd name="connsiteX1" fmla="*/ 3463152 w 6446520"/>
              <a:gd name="connsiteY1" fmla="*/ 0 h 4425696"/>
              <a:gd name="connsiteX2" fmla="*/ 3552820 w 6446520"/>
              <a:gd name="connsiteY2" fmla="*/ 7008 h 4425696"/>
              <a:gd name="connsiteX3" fmla="*/ 6446520 w 6446520"/>
              <a:gd name="connsiteY3" fmla="*/ 3302772 h 4425696"/>
              <a:gd name="connsiteX4" fmla="*/ 6446520 w 6446520"/>
              <a:gd name="connsiteY4" fmla="*/ 4425696 h 4425696"/>
              <a:gd name="connsiteX5" fmla="*/ 0 w 6446520"/>
              <a:gd name="connsiteY5" fmla="*/ 4425696 h 4425696"/>
              <a:gd name="connsiteX6" fmla="*/ 0 w 6446520"/>
              <a:gd name="connsiteY6" fmla="*/ 3302772 h 4425696"/>
              <a:gd name="connsiteX7" fmla="*/ 2893701 w 6446520"/>
              <a:gd name="connsiteY7" fmla="*/ 7008 h 4425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520" h="4425696">
                <a:moveTo>
                  <a:pt x="2983368" y="0"/>
                </a:moveTo>
                <a:lnTo>
                  <a:pt x="3463152" y="0"/>
                </a:lnTo>
                <a:lnTo>
                  <a:pt x="3552820" y="7008"/>
                </a:lnTo>
                <a:cubicBezTo>
                  <a:pt x="5178169" y="176660"/>
                  <a:pt x="6446520" y="1587478"/>
                  <a:pt x="6446520" y="3302772"/>
                </a:cubicBezTo>
                <a:lnTo>
                  <a:pt x="6446520" y="4425696"/>
                </a:lnTo>
                <a:lnTo>
                  <a:pt x="0" y="4425696"/>
                </a:lnTo>
                <a:lnTo>
                  <a:pt x="0" y="3302772"/>
                </a:lnTo>
                <a:cubicBezTo>
                  <a:pt x="0" y="1587478"/>
                  <a:pt x="1268352" y="176660"/>
                  <a:pt x="2893701" y="7008"/>
                </a:cubicBezTo>
                <a:close/>
              </a:path>
            </a:pathLst>
          </a:custGeom>
          <a:blipFill dpi="0" rotWithShape="1">
            <a:blip r:embed="rId2">
              <a:alphaModFix amt="7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950303" y="365760"/>
            <a:ext cx="4571137" cy="4428871"/>
          </a:xfrm>
        </p:spPr>
        <p:txBody>
          <a:bodyPr anchor="b" anchorCtr="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4766791B-F730-470C-BD5E-FFF8D449589F}" type="datetime1">
              <a:rPr lang="en-US" smtClean="0"/>
              <a:pPr/>
              <a:t>4/1/2026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3" name="Straight Connector 2">
            <a:extLst>
              <a:ext uri="{FF2B5EF4-FFF2-40B4-BE49-F238E27FC236}">
                <a16:creationId xmlns:a16="http://schemas.microsoft.com/office/drawing/2014/main" id="{F5EDA098-8E4B-3EB1-646C-4227A3202019}"/>
              </a:ext>
              <a:ext uri="{C183D7F6-B498-43B3-948B-1728B52AA6E4}">
                <adec:decorative xmlns:adec="http://schemas.microsoft.com/office/drawing/2017/decorative" val="1"/>
              </a:ext>
            </a:extLst>
          </p:cNvPr>
          <p:cNvCxnSpPr>
            <a:cxnSpLocks/>
          </p:cNvCxnSpPr>
          <p:nvPr userDrawn="1"/>
        </p:nvCxnSpPr>
        <p:spPr>
          <a:xfrm flipH="1">
            <a:off x="0" y="521208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388646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4882896"/>
            <a:ext cx="3657603" cy="1453896"/>
          </a:xfrm>
        </p:spPr>
        <p:txBody>
          <a:bodyPr anchor="t">
            <a:normAutofit/>
          </a:bodyPr>
          <a:lstStyle>
            <a:lvl1pPr algn="ct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548642"/>
            <a:ext cx="3490175" cy="4041647"/>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7760" y="549275"/>
            <a:ext cx="6561138"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D73859A7-84EB-4384-87AF-59CC16704CF8}" type="datetime1">
              <a:rPr lang="en-US" smtClean="0"/>
              <a:pPr/>
              <a:t>4/1/2026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userDrawn="1"/>
        </p:nvCxnSpPr>
        <p:spPr>
          <a:xfrm>
            <a:off x="46461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756782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Content with Picture 17">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F8B008C-A5E8-826A-5F68-E2A4C542B6F6}"/>
              </a:ext>
            </a:extLst>
          </p:cNvPr>
          <p:cNvSpPr>
            <a:spLocks noGrp="1"/>
          </p:cNvSpPr>
          <p:nvPr>
            <p:ph type="title"/>
          </p:nvPr>
        </p:nvSpPr>
        <p:spPr>
          <a:xfrm>
            <a:off x="731520" y="320040"/>
            <a:ext cx="10780776" cy="932688"/>
          </a:xfrm>
        </p:spPr>
        <p:txBody>
          <a:bodyPr anchor="b"/>
          <a:lstStyle>
            <a:lvl1pP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1816163"/>
            <a:ext cx="3920691" cy="4540188"/>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49516" y="1812758"/>
            <a:ext cx="6349381" cy="45401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D73859A7-84EB-4384-87AF-59CC16704CF8}" type="datetime1">
              <a:rPr lang="en-US" smtClean="0"/>
              <a:pPr/>
              <a:t>4/1/2026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92485037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755670" cy="932688"/>
          </a:xfrm>
        </p:spPr>
        <p:txBody>
          <a:bodyPr anchor="b"/>
          <a:lstStyle/>
          <a:p>
            <a:r>
              <a:rPr lang="en-US"/>
              <a:t>Click to edit Master title style</a:t>
            </a:r>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r>
              <a:rPr lang="en-US"/>
              <a:t>Sample Footer Text</a:t>
            </a:r>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7FA43F5B-065E-43CE-B3FD-98C48A6F94D7}" type="datetime1">
              <a:rPr lang="en-US" smtClean="0"/>
              <a:pPr/>
              <a:t>4/1/2026</a:t>
            </a:fld>
            <a:endParaRPr lang="en-US"/>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2DE90F28-AFBB-4AB2-AA79-6D3F72ED131B}" type="slidenum">
              <a:rPr lang="en-US" smtClean="0"/>
              <a:pPr/>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1200" y="1713652"/>
            <a:ext cx="4387012" cy="46129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marL="0" indent="0">
              <a:buFont typeface="Arial" panose="020B0604020202020204" pitchFamily="34" charset="0"/>
              <a:buNone/>
              <a:defRPr lang="en-US" dirty="0"/>
            </a:lvl1pPr>
          </a:lstStyle>
          <a:p>
            <a:pPr marL="285750" lvl="0" indent="-285750"/>
            <a:r>
              <a:rPr lang="en-US"/>
              <a:t> </a:t>
            </a:r>
          </a:p>
        </p:txBody>
      </p:sp>
    </p:spTree>
    <p:extLst>
      <p:ext uri="{BB962C8B-B14F-4D97-AF65-F5344CB8AC3E}">
        <p14:creationId xmlns:p14="http://schemas.microsoft.com/office/powerpoint/2010/main" val="15264331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864236" cy="932688"/>
          </a:xfrm>
        </p:spPr>
        <p:txBody>
          <a:bodyPr anchor="b"/>
          <a:lstStyle/>
          <a:p>
            <a:r>
              <a:rPr lang="en-US"/>
              <a:t>Click to edit Master title style</a:t>
            </a:r>
          </a:p>
        </p:txBody>
      </p:sp>
      <p:sp>
        <p:nvSpPr>
          <p:cNvPr id="5" name="Footer Placeholder 3">
            <a:extLst>
              <a:ext uri="{FF2B5EF4-FFF2-40B4-BE49-F238E27FC236}">
                <a16:creationId xmlns:a16="http://schemas.microsoft.com/office/drawing/2014/main" id="{E4C77EC0-4873-6982-138B-77EBB60FCE21}"/>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2148" y="1676967"/>
            <a:ext cx="4304208"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9">
            <a:extLst>
              <a:ext uri="{FF2B5EF4-FFF2-40B4-BE49-F238E27FC236}">
                <a16:creationId xmlns:a16="http://schemas.microsoft.com/office/drawing/2014/main" id="{9EA9F84E-FFD2-9D14-4000-EB54F5065147}"/>
              </a:ext>
            </a:extLst>
          </p:cNvPr>
          <p:cNvSpPr>
            <a:spLocks noGrp="1"/>
          </p:cNvSpPr>
          <p:nvPr>
            <p:ph type="pic" sz="quarter" idx="18" hasCustomPrompt="1"/>
          </p:nvPr>
        </p:nvSpPr>
        <p:spPr>
          <a:xfrm>
            <a:off x="5483476" y="1694325"/>
            <a:ext cx="5990360" cy="4207696"/>
          </a:xfrm>
          <a:custGeom>
            <a:avLst/>
            <a:gdLst>
              <a:gd name="connsiteX0" fmla="*/ 2983368 w 6446520"/>
              <a:gd name="connsiteY0" fmla="*/ 0 h 4425696"/>
              <a:gd name="connsiteX1" fmla="*/ 3463152 w 6446520"/>
              <a:gd name="connsiteY1" fmla="*/ 0 h 4425696"/>
              <a:gd name="connsiteX2" fmla="*/ 3552820 w 6446520"/>
              <a:gd name="connsiteY2" fmla="*/ 7008 h 4425696"/>
              <a:gd name="connsiteX3" fmla="*/ 6446520 w 6446520"/>
              <a:gd name="connsiteY3" fmla="*/ 3302772 h 4425696"/>
              <a:gd name="connsiteX4" fmla="*/ 6446520 w 6446520"/>
              <a:gd name="connsiteY4" fmla="*/ 4425696 h 4425696"/>
              <a:gd name="connsiteX5" fmla="*/ 0 w 6446520"/>
              <a:gd name="connsiteY5" fmla="*/ 4425696 h 4425696"/>
              <a:gd name="connsiteX6" fmla="*/ 0 w 6446520"/>
              <a:gd name="connsiteY6" fmla="*/ 3302772 h 4425696"/>
              <a:gd name="connsiteX7" fmla="*/ 2893701 w 6446520"/>
              <a:gd name="connsiteY7" fmla="*/ 7008 h 4425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520" h="4425696">
                <a:moveTo>
                  <a:pt x="2983368" y="0"/>
                </a:moveTo>
                <a:lnTo>
                  <a:pt x="3463152" y="0"/>
                </a:lnTo>
                <a:lnTo>
                  <a:pt x="3552820" y="7008"/>
                </a:lnTo>
                <a:cubicBezTo>
                  <a:pt x="5178169" y="176660"/>
                  <a:pt x="6446520" y="1587478"/>
                  <a:pt x="6446520" y="3302772"/>
                </a:cubicBezTo>
                <a:lnTo>
                  <a:pt x="6446520" y="4425696"/>
                </a:lnTo>
                <a:lnTo>
                  <a:pt x="0" y="4425696"/>
                </a:lnTo>
                <a:lnTo>
                  <a:pt x="0" y="3302772"/>
                </a:lnTo>
                <a:cubicBezTo>
                  <a:pt x="0" y="1587478"/>
                  <a:pt x="1268352" y="176660"/>
                  <a:pt x="2893701" y="7008"/>
                </a:cubicBezTo>
                <a:close/>
              </a:path>
            </a:pathLst>
          </a:custGeom>
          <a:blipFill dpi="0" rotWithShape="1">
            <a:blip r:embed="rId2">
              <a:alphaModFix amt="73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marL="0" indent="0">
              <a:buFont typeface="Arial" panose="020B0604020202020204" pitchFamily="34" charset="0"/>
              <a:buNone/>
              <a:defRPr>
                <a:solidFill>
                  <a:schemeClr val="tx1"/>
                </a:solidFill>
              </a:defRPr>
            </a:lvl1pPr>
          </a:lstStyle>
          <a:p>
            <a:r>
              <a:rPr lang="en-US"/>
              <a:t> </a:t>
            </a:r>
          </a:p>
        </p:txBody>
      </p:sp>
      <p:sp>
        <p:nvSpPr>
          <p:cNvPr id="7" name="Date Placeholder 2">
            <a:extLst>
              <a:ext uri="{FF2B5EF4-FFF2-40B4-BE49-F238E27FC236}">
                <a16:creationId xmlns:a16="http://schemas.microsoft.com/office/drawing/2014/main" id="{B1DEFE62-48FB-6384-52E6-28C55B7237A0}"/>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7FA43F5B-065E-43CE-B3FD-98C48A6F94D7}" type="datetime1">
              <a:rPr lang="en-US" smtClean="0"/>
              <a:pPr/>
              <a:t>4/1/2026</a:t>
            </a:fld>
            <a:endParaRPr lang="en-US"/>
          </a:p>
        </p:txBody>
      </p:sp>
      <p:sp>
        <p:nvSpPr>
          <p:cNvPr id="11" name="Slide Number Placeholder 8">
            <a:extLst>
              <a:ext uri="{FF2B5EF4-FFF2-40B4-BE49-F238E27FC236}">
                <a16:creationId xmlns:a16="http://schemas.microsoft.com/office/drawing/2014/main" id="{70C3045B-A291-FDD5-BEE7-EB765F9DE6BB}"/>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266567192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2057400" y="4937761"/>
            <a:ext cx="6987537" cy="1353312"/>
          </a:xfrm>
        </p:spPr>
        <p:txBody>
          <a:bodyPr anchor="t">
            <a:normAutofit/>
          </a:bodyPr>
          <a:lstStyle>
            <a:lvl1pP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2057400" y="549021"/>
            <a:ext cx="9455150" cy="4333875"/>
          </a:xfrm>
        </p:spPr>
        <p:txBody>
          <a:bodyPr anchor="b">
            <a:normAutofit/>
          </a:bodyPr>
          <a:lstStyle>
            <a:lvl1pPr>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5AD3D17-73C9-402C-91E7-BA73E6829C50}" type="datetime1">
              <a:rPr lang="en-US" smtClean="0"/>
              <a:pPr/>
              <a:t>4/1/2026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userDrawn="1"/>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7778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Number Large 2">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07161BC5-1283-62A1-6BD4-C13D49861D6F}"/>
              </a:ext>
            </a:extLst>
          </p:cNvPr>
          <p:cNvSpPr>
            <a:spLocks noGrp="1"/>
          </p:cNvSpPr>
          <p:nvPr>
            <p:ph type="title"/>
          </p:nvPr>
        </p:nvSpPr>
        <p:spPr>
          <a:xfrm>
            <a:off x="2333244" y="4846320"/>
            <a:ext cx="7525512" cy="1545336"/>
          </a:xfrm>
        </p:spPr>
        <p:txBody>
          <a:bodyPr anchor="t">
            <a:normAutofit/>
          </a:bodyPr>
          <a:lstStyle>
            <a:lvl1pPr algn="ct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8">
            <a:extLst>
              <a:ext uri="{FF2B5EF4-FFF2-40B4-BE49-F238E27FC236}">
                <a16:creationId xmlns:a16="http://schemas.microsoft.com/office/drawing/2014/main" id="{6217EA84-48D2-BF27-881E-1EED3BB2FA90}"/>
              </a:ext>
            </a:extLst>
          </p:cNvPr>
          <p:cNvSpPr>
            <a:spLocks noGrp="1"/>
          </p:cNvSpPr>
          <p:nvPr>
            <p:ph sz="quarter" idx="13" hasCustomPrompt="1"/>
          </p:nvPr>
        </p:nvSpPr>
        <p:spPr>
          <a:xfrm>
            <a:off x="824484" y="549021"/>
            <a:ext cx="10543032" cy="4205859"/>
          </a:xfrm>
        </p:spPr>
        <p:txBody>
          <a:bodyPr anchor="b">
            <a:normAutofit/>
          </a:bodyPr>
          <a:lstStyle>
            <a:lvl1pPr algn="ctr">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C77A7CDD-9512-40CC-9351-FC0DE186CFBD}" type="datetime1">
              <a:rPr lang="en-US" smtClean="0"/>
              <a:pPr/>
              <a:t>4/1/2026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66029521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Number Large 3">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7792842B-25D6-4A1E-C1C2-AEE71B415CE0}"/>
              </a:ext>
            </a:extLst>
          </p:cNvPr>
          <p:cNvSpPr>
            <a:spLocks noGrp="1"/>
          </p:cNvSpPr>
          <p:nvPr>
            <p:ph type="title"/>
          </p:nvPr>
        </p:nvSpPr>
        <p:spPr>
          <a:xfrm>
            <a:off x="7223760" y="1371600"/>
            <a:ext cx="4114800" cy="4114800"/>
          </a:xfrm>
        </p:spPr>
        <p:txBody>
          <a:bodyPr anchor="ctr">
            <a:normAutofit/>
          </a:bodyPr>
          <a:lstStyle>
            <a:lvl1pP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8">
            <a:extLst>
              <a:ext uri="{FF2B5EF4-FFF2-40B4-BE49-F238E27FC236}">
                <a16:creationId xmlns:a16="http://schemas.microsoft.com/office/drawing/2014/main" id="{12DBA1DA-C8D5-2565-57BF-FEDE64BF7000}"/>
              </a:ext>
            </a:extLst>
          </p:cNvPr>
          <p:cNvSpPr>
            <a:spLocks noGrp="1"/>
          </p:cNvSpPr>
          <p:nvPr>
            <p:ph sz="quarter" idx="13" hasCustomPrompt="1"/>
          </p:nvPr>
        </p:nvSpPr>
        <p:spPr>
          <a:xfrm>
            <a:off x="914400" y="353237"/>
            <a:ext cx="5937337" cy="6368237"/>
          </a:xfrm>
        </p:spPr>
        <p:txBody>
          <a:bodyPr anchor="ctr">
            <a:normAutofit/>
          </a:bodyPr>
          <a:lstStyle>
            <a:lvl1pPr>
              <a:lnSpc>
                <a:spcPct val="90000"/>
              </a:lnSpc>
              <a:spcBef>
                <a:spcPts val="0"/>
              </a:spcBef>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83EFCC7-B7E8-4ABE-BBCB-C75FD27800CD}" type="datetime1">
              <a:rPr lang="en-US" smtClean="0"/>
              <a:pPr/>
              <a:t>4/1/2026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39429634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Number Large 4">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E9039192-694E-62AB-FB7F-F6E803456FEC}"/>
              </a:ext>
            </a:extLst>
          </p:cNvPr>
          <p:cNvSpPr>
            <a:spLocks noGrp="1"/>
          </p:cNvSpPr>
          <p:nvPr>
            <p:ph type="title"/>
          </p:nvPr>
        </p:nvSpPr>
        <p:spPr>
          <a:xfrm>
            <a:off x="2333244" y="5687755"/>
            <a:ext cx="7525512" cy="603317"/>
          </a:xfrm>
        </p:spPr>
        <p:txBody>
          <a:bodyPr anchor="t">
            <a:normAutofit/>
          </a:bodyPr>
          <a:lstStyle>
            <a:lvl1pPr algn="ctr">
              <a:lnSpc>
                <a:spcPct val="110000"/>
              </a:lnSpc>
              <a:spcBef>
                <a:spcPts val="1000"/>
              </a:spcBef>
              <a:defRPr sz="2000" cap="none" baseline="0">
                <a:latin typeface="+mn-lt"/>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Content Placeholder 8">
            <a:extLst>
              <a:ext uri="{FF2B5EF4-FFF2-40B4-BE49-F238E27FC236}">
                <a16:creationId xmlns:a16="http://schemas.microsoft.com/office/drawing/2014/main" id="{669733E3-85D7-9D43-FABD-E3A6C144668D}"/>
              </a:ext>
            </a:extLst>
          </p:cNvPr>
          <p:cNvSpPr>
            <a:spLocks noGrp="1"/>
          </p:cNvSpPr>
          <p:nvPr>
            <p:ph sz="quarter" idx="13" hasCustomPrompt="1"/>
          </p:nvPr>
        </p:nvSpPr>
        <p:spPr>
          <a:xfrm>
            <a:off x="1935038" y="2390272"/>
            <a:ext cx="8321926" cy="3449054"/>
          </a:xfrm>
        </p:spPr>
        <p:txBody>
          <a:bodyPr anchor="b">
            <a:normAutofit/>
          </a:bodyPr>
          <a:lstStyle>
            <a:lvl1pPr algn="ctr">
              <a:defRPr sz="23200">
                <a:latin typeface="+mj-lt"/>
              </a:defRPr>
            </a:lvl1pPr>
          </a:lstStyle>
          <a:p>
            <a:pPr lvl="0"/>
            <a:r>
              <a:rPr lang="en-US"/>
              <a: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F140A1F3-DA5D-4F2E-B759-748FF8D0ACA9}" type="datetime1">
              <a:rPr lang="en-US" smtClean="0"/>
              <a:pPr/>
              <a:t>4/1/2026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
        <p:nvSpPr>
          <p:cNvPr id="7" name="Freeform: Shape 15">
            <a:extLst>
              <a:ext uri="{FF2B5EF4-FFF2-40B4-BE49-F238E27FC236}">
                <a16:creationId xmlns:a16="http://schemas.microsoft.com/office/drawing/2014/main" id="{CD72DDC7-047B-67C7-5CC9-82D9E661F5C0}"/>
              </a:ext>
              <a:ext uri="{C183D7F6-B498-43B3-948B-1728B52AA6E4}">
                <adec:decorative xmlns:adec="http://schemas.microsoft.com/office/drawing/2017/decorative" val="1"/>
              </a:ext>
            </a:extLst>
          </p:cNvPr>
          <p:cNvSpPr/>
          <p:nvPr userDrawn="1"/>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132106737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228126"/>
            <a:ext cx="10652760" cy="1133856"/>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2624138" y="2268748"/>
            <a:ext cx="6943724" cy="3954255"/>
          </a:xfrm>
        </p:spPr>
        <p:txBody>
          <a:bodyPr anchor="ctr" anchorCtr="0">
            <a:noAutofit/>
          </a:bodyPr>
          <a:lstStyle>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F140A1F3-DA5D-4F2E-B759-748FF8D0ACA9}" type="datetime1">
              <a:rPr lang="en-US" smtClean="0"/>
              <a:pPr/>
              <a:t>4/1/2026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userDrawn="1"/>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91985066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28126"/>
            <a:ext cx="10652760" cy="1133856"/>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914400" y="2194560"/>
            <a:ext cx="8266176" cy="4142232"/>
          </a:xfrm>
        </p:spPr>
        <p:txBody>
          <a:bodyPr anchor="t" anchorCtr="0">
            <a:noAutofit/>
          </a:bodyPr>
          <a:lstStyle>
            <a:lvl1pPr marL="0" indent="0">
              <a:lnSpc>
                <a:spcPct val="100000"/>
              </a:lnSpc>
              <a:buNone/>
              <a:defRPr sz="4400" b="0" cap="all" baseline="0">
                <a:solidFill>
                  <a:schemeClr val="tx1"/>
                </a:solidFill>
              </a:defRPr>
            </a:lvl1pPr>
            <a:lvl2pPr marL="228600" indent="0">
              <a:lnSpc>
                <a:spcPct val="100000"/>
              </a:lnSpc>
              <a:buNone/>
              <a:defRPr sz="4000" b="0" cap="all" baseline="0">
                <a:solidFill>
                  <a:schemeClr val="tx1"/>
                </a:solidFill>
              </a:defRPr>
            </a:lvl2pPr>
            <a:lvl3pPr marL="457200" indent="0">
              <a:lnSpc>
                <a:spcPct val="100000"/>
              </a:lnSpc>
              <a:buNone/>
              <a:defRPr sz="3600" b="0" cap="all" baseline="0">
                <a:solidFill>
                  <a:schemeClr val="tx1"/>
                </a:solidFill>
              </a:defRPr>
            </a:lvl3pPr>
            <a:lvl4pPr marL="685800" indent="0">
              <a:lnSpc>
                <a:spcPct val="100000"/>
              </a:lnSpc>
              <a:buNone/>
              <a:defRPr sz="3200" b="0" cap="all" baseline="0">
                <a:solidFill>
                  <a:schemeClr val="tx1"/>
                </a:solidFill>
              </a:defRPr>
            </a:lvl4pPr>
            <a:lvl5pPr marL="914400" indent="0">
              <a:lnSpc>
                <a:spcPct val="100000"/>
              </a:lnSpc>
              <a:buNone/>
              <a:defRPr sz="28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301B1322-4C31-4D1F-88B1-5F79F56892AE}" type="datetime1">
              <a:rPr lang="en-US" smtClean="0"/>
              <a:pPr/>
              <a:t>4/1/2026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6882207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28126"/>
            <a:ext cx="10652760" cy="1133856"/>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057400" y="914399"/>
            <a:ext cx="8266176" cy="5308603"/>
          </a:xfrm>
        </p:spPr>
        <p:txBody>
          <a:bodyPr anchor="b">
            <a:noAutofit/>
          </a:bodyPr>
          <a:lstStyle>
            <a:lvl1pPr marL="0" indent="0">
              <a:lnSpc>
                <a:spcPct val="100000"/>
              </a:lnSpc>
              <a:buNone/>
              <a:defRPr sz="6000" b="0" cap="all" baseline="0">
                <a:solidFill>
                  <a:schemeClr val="tx1"/>
                </a:solidFill>
              </a:defRPr>
            </a:lvl1pPr>
            <a:lvl2pPr marL="228600" indent="0">
              <a:lnSpc>
                <a:spcPct val="100000"/>
              </a:lnSpc>
              <a:buNone/>
              <a:defRPr sz="4800" b="0" cap="all" baseline="0">
                <a:solidFill>
                  <a:schemeClr val="tx1"/>
                </a:solidFill>
              </a:defRPr>
            </a:lvl2pPr>
            <a:lvl3pPr marL="457200" indent="0">
              <a:lnSpc>
                <a:spcPct val="100000"/>
              </a:lnSpc>
              <a:buNone/>
              <a:defRPr sz="4400" b="0" cap="all" baseline="0">
                <a:solidFill>
                  <a:schemeClr val="tx1"/>
                </a:solidFill>
              </a:defRPr>
            </a:lvl3pPr>
            <a:lvl4pPr marL="685800" indent="0">
              <a:lnSpc>
                <a:spcPct val="100000"/>
              </a:lnSpc>
              <a:buNone/>
              <a:defRPr sz="4000" b="0" cap="all" baseline="0">
                <a:solidFill>
                  <a:schemeClr val="tx1"/>
                </a:solidFill>
              </a:defRPr>
            </a:lvl4pPr>
            <a:lvl5pPr marL="914400" indent="0">
              <a:lnSpc>
                <a:spcPct val="100000"/>
              </a:lnSpc>
              <a:buNone/>
              <a:defRPr sz="36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507735E4-737B-43D4-B991-92C3D63DE68F}" type="datetime1">
              <a:rPr lang="en-US" smtClean="0"/>
              <a:pPr/>
              <a:t>4/1/2026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6" name="Straight Connector 5">
            <a:extLst>
              <a:ext uri="{FF2B5EF4-FFF2-40B4-BE49-F238E27FC236}">
                <a16:creationId xmlns:a16="http://schemas.microsoft.com/office/drawing/2014/main" id="{EB4D1622-620E-FFB0-8FFF-DB6230E152A6}"/>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268393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Statem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28126"/>
            <a:ext cx="10652760" cy="1133856"/>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057400" y="914400"/>
            <a:ext cx="8266176" cy="5029200"/>
          </a:xfrm>
        </p:spPr>
        <p:txBody>
          <a:bodyPr anchor="ctr">
            <a:noAutofit/>
          </a:bodyPr>
          <a:lstStyle>
            <a:lvl1pPr marL="0" indent="0">
              <a:lnSpc>
                <a:spcPct val="100000"/>
              </a:lnSpc>
              <a:buNone/>
              <a:defRPr sz="6000" b="0" cap="all" baseline="0">
                <a:solidFill>
                  <a:schemeClr val="tx1"/>
                </a:solidFill>
              </a:defRPr>
            </a:lvl1pPr>
            <a:lvl2pPr marL="228600" indent="0">
              <a:lnSpc>
                <a:spcPct val="100000"/>
              </a:lnSpc>
              <a:buNone/>
              <a:defRPr sz="4800" b="0" cap="all" baseline="0">
                <a:solidFill>
                  <a:schemeClr val="tx1"/>
                </a:solidFill>
              </a:defRPr>
            </a:lvl2pPr>
            <a:lvl3pPr marL="457200" indent="0">
              <a:lnSpc>
                <a:spcPct val="100000"/>
              </a:lnSpc>
              <a:buNone/>
              <a:defRPr sz="4400" b="0" cap="all" baseline="0">
                <a:solidFill>
                  <a:schemeClr val="tx1"/>
                </a:solidFill>
              </a:defRPr>
            </a:lvl3pPr>
            <a:lvl4pPr marL="685800" indent="0">
              <a:lnSpc>
                <a:spcPct val="100000"/>
              </a:lnSpc>
              <a:buNone/>
              <a:defRPr sz="4000" b="0" cap="all" baseline="0">
                <a:solidFill>
                  <a:schemeClr val="tx1"/>
                </a:solidFill>
              </a:defRPr>
            </a:lvl4pPr>
            <a:lvl5pPr marL="914400" indent="0">
              <a:lnSpc>
                <a:spcPct val="100000"/>
              </a:lnSpc>
              <a:buNone/>
              <a:defRPr sz="36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507735E4-737B-43D4-B991-92C3D63DE68F}" type="datetime1">
              <a:rPr lang="en-US" smtClean="0"/>
              <a:pPr/>
              <a:t>4/1/2026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6" name="Straight Connector 5">
            <a:extLst>
              <a:ext uri="{FF2B5EF4-FFF2-40B4-BE49-F238E27FC236}">
                <a16:creationId xmlns:a16="http://schemas.microsoft.com/office/drawing/2014/main" id="{EB4D1622-620E-FFB0-8FFF-DB6230E152A6}"/>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030772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940168" y="5669280"/>
            <a:ext cx="6311664" cy="466344"/>
          </a:xfrm>
        </p:spPr>
        <p:txBody>
          <a:bodyPr anchor="ctr">
            <a:normAutofit/>
          </a:bodyPr>
          <a:lstStyle>
            <a:lvl1pPr algn="ctr">
              <a:lnSpc>
                <a:spcPct val="110000"/>
              </a:lnSpc>
              <a:spcBef>
                <a:spcPts val="1000"/>
              </a:spcBef>
              <a:defRPr sz="1800" cap="all" baseline="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2597135" y="1744578"/>
            <a:ext cx="6997730" cy="3507906"/>
          </a:xfrm>
        </p:spPr>
        <p:txBody>
          <a:bodyPr anchor="b">
            <a:normAutofit/>
          </a:bodyPr>
          <a:lstStyle>
            <a:lvl1pPr algn="ctr">
              <a:lnSpc>
                <a:spcPct val="100000"/>
              </a:lnSpc>
              <a:spcBef>
                <a:spcPts val="0"/>
              </a:spcBef>
              <a:defRPr sz="6000" cap="all" baseline="0">
                <a:latin typeface="+mn-lt"/>
              </a:defRPr>
            </a:lvl1pPr>
          </a:lstStyle>
          <a:p>
            <a:pPr lvl="0"/>
            <a:r>
              <a:rPr lang="en-US"/>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userDrawn="1"/>
        </p:nvSpPr>
        <p:spPr>
          <a:xfrm rot="16200000">
            <a:off x="2811380" y="-1681974"/>
            <a:ext cx="6569242"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D63035D-22A0-4334-A9AE-2457016C8B47}" type="datetime1">
              <a:rPr lang="en-US" smtClean="0"/>
              <a:pPr/>
              <a:t>4/1/2026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6205632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Quote 2">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3008E7D-CE80-FED6-37C3-0C80349764CF}"/>
              </a:ext>
            </a:extLst>
          </p:cNvPr>
          <p:cNvSpPr>
            <a:spLocks noGrp="1"/>
          </p:cNvSpPr>
          <p:nvPr>
            <p:ph type="title" hasCustomPrompt="1"/>
          </p:nvPr>
        </p:nvSpPr>
        <p:spPr>
          <a:xfrm>
            <a:off x="2057386" y="5349240"/>
            <a:ext cx="9052559" cy="466344"/>
          </a:xfrm>
        </p:spPr>
        <p:txBody>
          <a:bodyPr anchor="ctr">
            <a:normAutofit/>
          </a:bodyPr>
          <a:lstStyle>
            <a:lvl1pPr>
              <a:defRPr sz="180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lgn="l" rtl="1">
              <a:defRPr>
                <a:solidFill>
                  <a:schemeClr val="tx1"/>
                </a:solidFill>
              </a:defRPr>
            </a:lvl1pPr>
          </a:lstStyle>
          <a:p>
            <a:r>
              <a:rPr lang="en-US"/>
              <a:t>Sample Footer Text</a:t>
            </a:r>
          </a:p>
        </p:txBody>
      </p:sp>
      <p:sp>
        <p:nvSpPr>
          <p:cNvPr id="10" name="Content Placeholder 12">
            <a:extLst>
              <a:ext uri="{FF2B5EF4-FFF2-40B4-BE49-F238E27FC236}">
                <a16:creationId xmlns:a16="http://schemas.microsoft.com/office/drawing/2014/main" id="{4858928B-5A9F-47D7-A728-92043F9C616D}"/>
              </a:ext>
            </a:extLst>
          </p:cNvPr>
          <p:cNvSpPr>
            <a:spLocks noGrp="1"/>
          </p:cNvSpPr>
          <p:nvPr>
            <p:ph sz="quarter" idx="15" hasCustomPrompt="1"/>
          </p:nvPr>
        </p:nvSpPr>
        <p:spPr>
          <a:xfrm>
            <a:off x="2057387" y="1344168"/>
            <a:ext cx="9052559" cy="3291840"/>
          </a:xfrm>
        </p:spPr>
        <p:txBody>
          <a:bodyPr anchor="ctr">
            <a:normAutofit/>
          </a:bodyPr>
          <a:lstStyle>
            <a:lvl1pPr>
              <a:lnSpc>
                <a:spcPct val="100000"/>
              </a:lnSpc>
              <a:spcBef>
                <a:spcPts val="0"/>
              </a:spcBef>
              <a:defRPr sz="5400" cap="all" baseline="0"/>
            </a:lvl1pPr>
          </a:lstStyle>
          <a:p>
            <a:pPr lvl="0"/>
            <a:r>
              <a:rPr lang="en-US"/>
              <a:t>Click to add Quote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lgn="l" rtl="1">
              <a:defRPr>
                <a:solidFill>
                  <a:schemeClr val="tx1"/>
                </a:solidFill>
              </a:defRPr>
            </a:lvl1pPr>
          </a:lstStyle>
          <a:p>
            <a:fld id="{29247CA6-BC1D-429A-A289-4E939E49554A}" type="datetime1">
              <a:rPr lang="en-US" smtClean="0"/>
              <a:pPr/>
              <a:t>4/1/2026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rtl="1">
              <a:defRPr>
                <a:solidFill>
                  <a:schemeClr val="tx1"/>
                </a:solidFill>
              </a:defRPr>
            </a:lvl1pPr>
          </a:lstStyle>
          <a:p>
            <a:fld id="{CC057153-B650-4DEB-B370-79DDCFDCE934}" type="slidenum">
              <a:rPr lang="en-US" smtClean="0"/>
              <a:pPr/>
              <a:t>‹#›</a:t>
            </a:fld>
            <a:endParaRPr lang="en-US"/>
          </a:p>
        </p:txBody>
      </p:sp>
      <p:cxnSp>
        <p:nvCxnSpPr>
          <p:cNvPr id="7" name="Straight Connector 6">
            <a:extLst>
              <a:ext uri="{FF2B5EF4-FFF2-40B4-BE49-F238E27FC236}">
                <a16:creationId xmlns:a16="http://schemas.microsoft.com/office/drawing/2014/main" id="{AC7AD265-7A5D-626D-3F70-B7BA0D0172D9}"/>
              </a:ext>
            </a:extLst>
          </p:cNvPr>
          <p:cNvCxnSpPr>
            <a:cxnSpLocks/>
          </p:cNvCxnSpPr>
          <p:nvPr userDrawn="1"/>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346119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Quote 3">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9CADAEB-D17D-F975-9A7E-9ECADE7C15A6}"/>
              </a:ext>
            </a:extLst>
          </p:cNvPr>
          <p:cNvSpPr>
            <a:spLocks noGrp="1"/>
          </p:cNvSpPr>
          <p:nvPr>
            <p:ph type="title" hasCustomPrompt="1"/>
          </p:nvPr>
        </p:nvSpPr>
        <p:spPr>
          <a:xfrm>
            <a:off x="914398" y="5529263"/>
            <a:ext cx="8961121" cy="977900"/>
          </a:xfrm>
        </p:spPr>
        <p:txBody>
          <a:bodyPr anchor="ctr">
            <a:normAutofit/>
          </a:bodyPr>
          <a:lstStyle>
            <a:lvl1pPr>
              <a:defRPr sz="180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lgn="l" rtl="1">
              <a:defRPr/>
            </a:lvl1pPr>
          </a:lstStyle>
          <a:p>
            <a:r>
              <a:rPr lang="en-US"/>
              <a:t>Sample Footer Text</a:t>
            </a:r>
          </a:p>
        </p:txBody>
      </p:sp>
      <p:sp>
        <p:nvSpPr>
          <p:cNvPr id="13" name="Content Placeholder 12">
            <a:extLst>
              <a:ext uri="{FF2B5EF4-FFF2-40B4-BE49-F238E27FC236}">
                <a16:creationId xmlns:a16="http://schemas.microsoft.com/office/drawing/2014/main" id="{E77C66A4-AAA2-6143-2AAE-5C8823111D3A}"/>
              </a:ext>
            </a:extLst>
          </p:cNvPr>
          <p:cNvSpPr>
            <a:spLocks noGrp="1"/>
          </p:cNvSpPr>
          <p:nvPr>
            <p:ph sz="quarter" idx="15" hasCustomPrompt="1"/>
          </p:nvPr>
        </p:nvSpPr>
        <p:spPr>
          <a:xfrm>
            <a:off x="914400" y="1005839"/>
            <a:ext cx="8961438" cy="3751899"/>
          </a:xfrm>
        </p:spPr>
        <p:txBody>
          <a:bodyPr>
            <a:normAutofit/>
          </a:bodyPr>
          <a:lstStyle>
            <a:lvl1pPr>
              <a:lnSpc>
                <a:spcPct val="100000"/>
              </a:lnSpc>
              <a:spcBef>
                <a:spcPts val="0"/>
              </a:spcBef>
              <a:defRPr sz="6000" cap="all" baseline="0"/>
            </a:lvl1pPr>
          </a:lstStyle>
          <a:p>
            <a:pPr lvl="0"/>
            <a:r>
              <a:rPr lang="en-US"/>
              <a:t>Click to add Quote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lgn="l" rtl="1">
              <a:defRPr/>
            </a:lvl1pPr>
          </a:lstStyle>
          <a:p>
            <a:fld id="{DF8418BD-2BA9-41CB-AB89-625779A7563D}" type="datetime1">
              <a:rPr lang="en-US" smtClean="0"/>
              <a:pPr/>
              <a:t>4/1/2026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rtl="1">
              <a:defRPr/>
            </a:lvl1pPr>
          </a:lstStyle>
          <a:p>
            <a:fld id="{CC057153-B650-4DEB-B370-79DDCFDCE934}" type="slidenum">
              <a:rPr lang="en-US" smtClean="0"/>
              <a:pPr/>
              <a:t>‹#›</a:t>
            </a:fld>
            <a:endParaRPr lang="en-US"/>
          </a:p>
        </p:txBody>
      </p:sp>
      <p:cxnSp>
        <p:nvCxnSpPr>
          <p:cNvPr id="7" name="Straight Connector 6">
            <a:extLst>
              <a:ext uri="{FF2B5EF4-FFF2-40B4-BE49-F238E27FC236}">
                <a16:creationId xmlns:a16="http://schemas.microsoft.com/office/drawing/2014/main" id="{05852FC1-DF85-9E04-E064-E263DDD72C88}"/>
              </a:ext>
              <a:ext uri="{C183D7F6-B498-43B3-948B-1728B52AA6E4}">
                <adec:decorative xmlns:adec="http://schemas.microsoft.com/office/drawing/2017/decorative" val="1"/>
              </a:ext>
            </a:extLst>
          </p:cNvPr>
          <p:cNvCxnSpPr>
            <a:cxnSpLocks/>
          </p:cNvCxnSpPr>
          <p:nvPr userDrawn="1"/>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276226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731838" y="2103438"/>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6284947" y="2103121"/>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9E765B10-D26A-480A-9509-A9831C5E60D8}" type="datetime1">
              <a:rPr lang="en-US" smtClean="0"/>
              <a:pPr/>
              <a:t>4/1/2026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50972020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520" y="2103120"/>
            <a:ext cx="5157787"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731838" y="2743200"/>
            <a:ext cx="5157187"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09360" y="2103120"/>
            <a:ext cx="5183188"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6309361" y="27432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5BCCB42A-67CE-499B-A4FA-7D4E4469B142}" type="datetime1">
              <a:rPr lang="en-US" smtClean="0"/>
              <a:pPr/>
              <a:t>4/1/2026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71687457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EF9E5040-F7E0-40EC-B8E9-CED28200FAA3}" type="datetime1">
              <a:rPr lang="en-US" smtClean="0"/>
              <a:pPr/>
              <a:t>4/1/2026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17850653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87CFF128-BAC7-4E0D-8F77-28A571D93B6F}" type="datetime1">
              <a:rPr lang="en-US" smtClean="0"/>
              <a:pPr/>
              <a:t>4/1/2026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34361107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31520" y="553616"/>
            <a:ext cx="3595634" cy="1757505"/>
          </a:xfrm>
        </p:spPr>
        <p:txBody>
          <a:bodyPr anchor="t">
            <a:normAutofit/>
          </a:bodyPr>
          <a:lstStyle>
            <a:lvl1pPr>
              <a:defRPr sz="3200" baseline="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31520" y="2311121"/>
            <a:ext cx="3595634" cy="3993263"/>
          </a:xfrm>
        </p:spPr>
        <p:txBody>
          <a:bodyPr anchor="t">
            <a:normAutofit/>
          </a:bodyPr>
          <a:lstStyle>
            <a:lvl1pPr marL="0" indent="0">
              <a:buNone/>
              <a:defRPr sz="18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46320" y="553615"/>
            <a:ext cx="6440258" cy="5755109"/>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lvl1pPr>
              <a:defRPr>
                <a:solidFill>
                  <a:schemeClr val="tx1"/>
                </a:solidFill>
              </a:defRPr>
            </a:lvl1pPr>
          </a:lstStyle>
          <a:p>
            <a:fld id="{12DB3EA1-DD0C-4B8D-8364-52024B4530F1}" type="datetime1">
              <a:rPr lang="en-US" smtClean="0"/>
              <a:pPr/>
              <a:t>4/1/2026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8" name="Straight Connector 7">
            <a:extLst>
              <a:ext uri="{FF2B5EF4-FFF2-40B4-BE49-F238E27FC236}">
                <a16:creationId xmlns:a16="http://schemas.microsoft.com/office/drawing/2014/main" id="{3A126498-5D70-71A2-A52F-877C850B34BC}"/>
              </a:ext>
              <a:ext uri="{C183D7F6-B498-43B3-948B-1728B52AA6E4}">
                <adec:decorative xmlns:adec="http://schemas.microsoft.com/office/drawing/2017/decorative" val="1"/>
              </a:ext>
            </a:extLst>
          </p:cNvPr>
          <p:cNvCxnSpPr>
            <a:cxnSpLocks/>
          </p:cNvCxnSpPr>
          <p:nvPr/>
        </p:nvCxnSpPr>
        <p:spPr>
          <a:xfrm>
            <a:off x="457586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283805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375F4D28-38E0-121F-D54D-1FCE2D6321C8}"/>
              </a:ext>
            </a:extLst>
          </p:cNvPr>
          <p:cNvSpPr>
            <a:spLocks noGrp="1"/>
          </p:cNvSpPr>
          <p:nvPr>
            <p:ph type="title"/>
          </p:nvPr>
        </p:nvSpPr>
        <p:spPr>
          <a:xfrm>
            <a:off x="731520" y="553616"/>
            <a:ext cx="3595634" cy="2250544"/>
          </a:xfrm>
        </p:spPr>
        <p:txBody>
          <a:bodyPr anchor="t">
            <a:normAutofit/>
          </a:bodyPr>
          <a:lstStyle>
            <a:lvl1pPr>
              <a:defRPr sz="3200" baseline="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Text Placeholder 3">
            <a:extLst>
              <a:ext uri="{FF2B5EF4-FFF2-40B4-BE49-F238E27FC236}">
                <a16:creationId xmlns:a16="http://schemas.microsoft.com/office/drawing/2014/main" id="{23EFCC9B-CBB5-5DB3-0C1A-D7607EED4E32}"/>
              </a:ext>
            </a:extLst>
          </p:cNvPr>
          <p:cNvSpPr>
            <a:spLocks noGrp="1"/>
          </p:cNvSpPr>
          <p:nvPr>
            <p:ph type="body" sz="half" idx="14"/>
          </p:nvPr>
        </p:nvSpPr>
        <p:spPr>
          <a:xfrm>
            <a:off x="731520" y="2931865"/>
            <a:ext cx="3595634" cy="3372519"/>
          </a:xfrm>
        </p:spPr>
        <p:txBody>
          <a:bodyPr anchor="b">
            <a:normAutofit/>
          </a:bodyPr>
          <a:lstStyle>
            <a:lvl1pPr marL="0" indent="0">
              <a:buNone/>
              <a:defRPr sz="18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Picture Placeholder 9">
            <a:extLst>
              <a:ext uri="{FF2B5EF4-FFF2-40B4-BE49-F238E27FC236}">
                <a16:creationId xmlns:a16="http://schemas.microsoft.com/office/drawing/2014/main" id="{71602F00-69F8-D44C-0F84-384694CA224A}"/>
              </a:ext>
            </a:extLst>
          </p:cNvPr>
          <p:cNvSpPr>
            <a:spLocks noGrp="1"/>
          </p:cNvSpPr>
          <p:nvPr>
            <p:ph type="pic" sz="quarter" idx="13" hasCustomPrompt="1"/>
          </p:nvPr>
        </p:nvSpPr>
        <p:spPr>
          <a:xfrm>
            <a:off x="5091497" y="598627"/>
            <a:ext cx="6304337" cy="5775923"/>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lvl1pPr>
              <a:defRPr>
                <a:solidFill>
                  <a:schemeClr val="tx1"/>
                </a:solidFill>
              </a:defRPr>
            </a:lvl1pPr>
          </a:lstStyle>
          <a:p>
            <a:fld id="{3D157344-9CC7-412D-8C20-072BE86D5A11}" type="datetime1">
              <a:rPr lang="en-US" smtClean="0"/>
              <a:pPr/>
              <a:t>4/1/2026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28909500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457200"/>
            <a:ext cx="7342307" cy="1133856"/>
          </a:xfrm>
          <a:noFill/>
        </p:spPr>
        <p:txBody>
          <a:bodyPr anchor="b">
            <a:noAutofit/>
          </a:bodyPr>
          <a:lstStyle>
            <a:lvl1pPr>
              <a:defRPr sz="6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41248" y="2624328"/>
            <a:ext cx="10424160" cy="3200400"/>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fld id="{157987AA-E4E6-4FC1-BAD8-09A952212C58}" type="datetime1">
              <a:rPr lang="en-US" smtClean="0"/>
              <a:pPr/>
              <a:t>4/1/2026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3707641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731520" y="365760"/>
            <a:ext cx="10741152" cy="1132258"/>
          </a:xfrm>
        </p:spPr>
        <p:txBody>
          <a:bodyPr/>
          <a:lstStyle>
            <a:lvl1pPr>
              <a:defRPr lang="en-US" dirty="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731520" y="2301836"/>
            <a:ext cx="10741150" cy="3921165"/>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EE2A7A0-B9EE-41A8-8016-28E5803F20B2}" type="datetime1">
              <a:rPr lang="en-US" smtClean="0"/>
              <a:pPr/>
              <a:t>4/1/2026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77145665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a:t>Click to edit Master title style</a:t>
            </a:r>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131161" y="1592957"/>
            <a:ext cx="2973522" cy="365125"/>
          </a:xfrm>
          <a:prstGeom prst="rect">
            <a:avLst/>
          </a:prstGeom>
        </p:spPr>
        <p:txBody>
          <a:bodyPr vert="horz" lIns="91440" tIns="45720" rIns="91440" bIns="45720" rtlCol="0" anchor="ctr"/>
          <a:lstStyle>
            <a:lvl1pPr algn="r" rtl="0">
              <a:defRPr sz="1000">
                <a:solidFill>
                  <a:schemeClr val="tx1"/>
                </a:solidFill>
              </a:defRPr>
            </a:lvl1pPr>
          </a:lstStyle>
          <a:p>
            <a:r>
              <a:rPr lang="en-US"/>
              <a:t>Sample Footer Text</a:t>
            </a:r>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rtl="0">
              <a:defRPr sz="1000">
                <a:solidFill>
                  <a:schemeClr val="tx1"/>
                </a:solidFill>
              </a:defRPr>
            </a:lvl1pPr>
          </a:lstStyle>
          <a:p>
            <a:fld id="{7FA43F5B-065E-43CE-B3FD-98C48A6F94D7}" type="datetime1">
              <a:rPr lang="en-US" smtClean="0"/>
              <a:pPr/>
              <a:t>4/1/2026</a:t>
            </a:fld>
            <a:endParaRPr lang="en-US"/>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rtl="0">
              <a:defRPr sz="1000">
                <a:solidFill>
                  <a:schemeClr val="tx1"/>
                </a:solidFill>
              </a:defRPr>
            </a:lvl1pPr>
          </a:lstStyle>
          <a:p>
            <a:fld id="{2DE90F28-AFBB-4AB2-AA79-6D3F72ED131B}" type="slidenum">
              <a:rPr lang="en-US" smtClean="0"/>
              <a:pPr/>
              <a:t>‹#›</a:t>
            </a:fld>
            <a:endParaRPr lang="en-US"/>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36867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hf hdr="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7065A-6018-7465-ED6E-FFE5ECE92A05}"/>
              </a:ext>
            </a:extLst>
          </p:cNvPr>
          <p:cNvSpPr>
            <a:spLocks noGrp="1"/>
          </p:cNvSpPr>
          <p:nvPr>
            <p:ph type="ctrTitle"/>
          </p:nvPr>
        </p:nvSpPr>
        <p:spPr>
          <a:xfrm>
            <a:off x="609600" y="5218032"/>
            <a:ext cx="10972800" cy="786384"/>
          </a:xfrm>
        </p:spPr>
        <p:txBody>
          <a:bodyPr anchor="b">
            <a:normAutofit/>
          </a:bodyPr>
          <a:lstStyle/>
          <a:p>
            <a:r>
              <a:rPr lang="en-US"/>
              <a:t>Sales Conference 2026</a:t>
            </a:r>
          </a:p>
        </p:txBody>
      </p:sp>
      <p:sp>
        <p:nvSpPr>
          <p:cNvPr id="3" name="Subtitle 2">
            <a:extLst>
              <a:ext uri="{FF2B5EF4-FFF2-40B4-BE49-F238E27FC236}">
                <a16:creationId xmlns:a16="http://schemas.microsoft.com/office/drawing/2014/main" id="{8AFC1D81-F00F-78D4-2174-2A1D4825423C}"/>
              </a:ext>
            </a:extLst>
          </p:cNvPr>
          <p:cNvSpPr>
            <a:spLocks noGrp="1"/>
          </p:cNvSpPr>
          <p:nvPr>
            <p:ph type="subTitle" idx="1"/>
          </p:nvPr>
        </p:nvSpPr>
        <p:spPr>
          <a:xfrm>
            <a:off x="609600" y="5972629"/>
            <a:ext cx="10972800" cy="480373"/>
          </a:xfrm>
        </p:spPr>
        <p:txBody>
          <a:bodyPr anchor="t">
            <a:normAutofit/>
          </a:bodyPr>
          <a:lstStyle/>
          <a:p>
            <a:r>
              <a:rPr lang="en-US"/>
              <a:t>Innovative strategies for future business growth</a:t>
            </a:r>
          </a:p>
        </p:txBody>
      </p:sp>
      <p:pic>
        <p:nvPicPr>
          <p:cNvPr id="7" name="Picture 6" descr="People in classroom">
            <a:extLst>
              <a:ext uri="{FF2B5EF4-FFF2-40B4-BE49-F238E27FC236}">
                <a16:creationId xmlns:a16="http://schemas.microsoft.com/office/drawing/2014/main" id="{F7620F77-FCCE-4764-BCFB-8652525B7B5A}"/>
              </a:ext>
            </a:extLst>
          </p:cNvPr>
          <p:cNvPicPr>
            <a:picLocks noChangeAspect="1"/>
          </p:cNvPicPr>
          <p:nvPr/>
        </p:nvPicPr>
        <p:blipFill>
          <a:blip r:embed="rId3"/>
          <a:srcRect t="13163" b="24869"/>
          <a:stretch>
            <a:fillRect/>
          </a:stretch>
        </p:blipFill>
        <p:spPr>
          <a:xfrm>
            <a:off x="20" y="10"/>
            <a:ext cx="12191979" cy="4986415"/>
          </a:xfrm>
          <a:prstGeom prst="rect">
            <a:avLst/>
          </a:prstGeom>
        </p:spPr>
      </p:pic>
      <p:sp>
        <p:nvSpPr>
          <p:cNvPr id="4" name="Footer Placeholder 3">
            <a:extLst>
              <a:ext uri="{FF2B5EF4-FFF2-40B4-BE49-F238E27FC236}">
                <a16:creationId xmlns:a16="http://schemas.microsoft.com/office/drawing/2014/main" id="{F1CD4021-1F84-9E0F-8E4C-450DF989581D}"/>
              </a:ext>
            </a:extLst>
          </p:cNvPr>
          <p:cNvSpPr>
            <a:spLocks noGrp="1"/>
          </p:cNvSpPr>
          <p:nvPr>
            <p:ph type="ftr" sz="quarter" idx="15"/>
          </p:nvPr>
        </p:nvSpPr>
        <p:spPr>
          <a:xfrm rot="16200000">
            <a:off x="-396119" y="5787191"/>
            <a:ext cx="1503444"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CE5F4D0A-F5F1-2589-83B6-CD2FCE073218}"/>
              </a:ext>
            </a:extLst>
          </p:cNvPr>
          <p:cNvSpPr>
            <a:spLocks noGrp="1"/>
          </p:cNvSpPr>
          <p:nvPr>
            <p:ph type="dt" sz="half" idx="14"/>
          </p:nvPr>
        </p:nvSpPr>
        <p:spPr>
          <a:xfrm rot="5400000">
            <a:off x="10425981" y="4687095"/>
            <a:ext cx="2706690" cy="365125"/>
          </a:xfrm>
        </p:spPr>
        <p:txBody>
          <a:bodyPr anchor="ctr">
            <a:normAutofit/>
          </a:bodyPr>
          <a:lstStyle/>
          <a:p>
            <a:pPr>
              <a:spcAft>
                <a:spcPts val="600"/>
              </a:spcAft>
            </a:pPr>
            <a:fld id="{7FA43F5B-065E-43CE-B3FD-98C48A6F94D7}" type="datetime1">
              <a:rPr lang="en-US" smtClean="0"/>
              <a:pPr>
                <a:spcAft>
                  <a:spcPts val="600"/>
                </a:spcAft>
              </a:pPr>
              <a:t>4/1/2026</a:t>
            </a:fld>
            <a:endParaRPr lang="en-US"/>
          </a:p>
        </p:txBody>
      </p:sp>
      <p:sp>
        <p:nvSpPr>
          <p:cNvPr id="6" name="Slide Number Placeholder 5">
            <a:extLst>
              <a:ext uri="{FF2B5EF4-FFF2-40B4-BE49-F238E27FC236}">
                <a16:creationId xmlns:a16="http://schemas.microsoft.com/office/drawing/2014/main" id="{FB6360F4-5131-E873-49FF-D8EB7ED738F7}"/>
              </a:ext>
            </a:extLst>
          </p:cNvPr>
          <p:cNvSpPr>
            <a:spLocks noGrp="1"/>
          </p:cNvSpPr>
          <p:nvPr>
            <p:ph type="sldNum" sz="quarter" idx="16"/>
          </p:nvPr>
        </p:nvSpPr>
        <p:spPr>
          <a:xfrm>
            <a:off x="11512296" y="6356350"/>
            <a:ext cx="574620" cy="365125"/>
          </a:xfrm>
        </p:spPr>
        <p:txBody>
          <a:bodyPr anchor="ctr">
            <a:normAutofit/>
          </a:bodyPr>
          <a:lstStyle/>
          <a:p>
            <a:pPr>
              <a:spcAft>
                <a:spcPts val="600"/>
              </a:spcAft>
            </a:pPr>
            <a:fld id="{2DE90F28-AFBB-4AB2-AA79-6D3F72ED131B}" type="slidenum">
              <a:rPr lang="en-US" smtClean="0"/>
              <a:pPr>
                <a:spcAft>
                  <a:spcPts val="600"/>
                </a:spcAft>
              </a:pPr>
              <a:t>1</a:t>
            </a:fld>
            <a:endParaRPr lang="en-US"/>
          </a:p>
        </p:txBody>
      </p:sp>
    </p:spTree>
    <p:extLst>
      <p:ext uri="{BB962C8B-B14F-4D97-AF65-F5344CB8AC3E}">
        <p14:creationId xmlns:p14="http://schemas.microsoft.com/office/powerpoint/2010/main" val="2909381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07760-4E3C-5F59-0FD5-F1B45DD77FA4}"/>
              </a:ext>
            </a:extLst>
          </p:cNvPr>
          <p:cNvSpPr>
            <a:spLocks noGrp="1"/>
          </p:cNvSpPr>
          <p:nvPr>
            <p:ph type="title"/>
          </p:nvPr>
        </p:nvSpPr>
        <p:spPr>
          <a:xfrm>
            <a:off x="838200" y="859536"/>
            <a:ext cx="9546336" cy="3675885"/>
          </a:xfrm>
        </p:spPr>
        <p:txBody>
          <a:bodyPr anchor="t">
            <a:normAutofit/>
          </a:bodyPr>
          <a:lstStyle/>
          <a:p>
            <a:r>
              <a:rPr lang="en-US"/>
              <a:t>Sales Conference 2026 Overview</a:t>
            </a:r>
          </a:p>
        </p:txBody>
      </p:sp>
      <p:sp>
        <p:nvSpPr>
          <p:cNvPr id="4" name="Footer Placeholder 3">
            <a:extLst>
              <a:ext uri="{FF2B5EF4-FFF2-40B4-BE49-F238E27FC236}">
                <a16:creationId xmlns:a16="http://schemas.microsoft.com/office/drawing/2014/main" id="{AA26E114-9617-D92F-072F-106A98B6CE86}"/>
              </a:ext>
            </a:extLst>
          </p:cNvPr>
          <p:cNvSpPr>
            <a:spLocks noGrp="1"/>
          </p:cNvSpPr>
          <p:nvPr>
            <p:ph type="ftr" sz="quarter" idx="11"/>
          </p:nvPr>
        </p:nvSpPr>
        <p:spPr>
          <a:xfrm rot="16200000">
            <a:off x="-1131161" y="1592957"/>
            <a:ext cx="2973522"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0B988340-64A3-A57C-1134-F045866193F9}"/>
              </a:ext>
            </a:extLst>
          </p:cNvPr>
          <p:cNvSpPr>
            <a:spLocks noGrp="1"/>
          </p:cNvSpPr>
          <p:nvPr>
            <p:ph type="dt" sz="half" idx="10"/>
          </p:nvPr>
        </p:nvSpPr>
        <p:spPr>
          <a:xfrm rot="5400000">
            <a:off x="10425981" y="4687095"/>
            <a:ext cx="2706690" cy="365125"/>
          </a:xfrm>
        </p:spPr>
        <p:txBody>
          <a:bodyPr anchor="ctr">
            <a:normAutofit/>
          </a:bodyPr>
          <a:lstStyle/>
          <a:p>
            <a:pPr>
              <a:spcAft>
                <a:spcPts val="600"/>
              </a:spcAft>
            </a:pPr>
            <a:fld id="{7FA43F5B-065E-43CE-B3FD-98C48A6F94D7}" type="datetime1">
              <a:rPr lang="en-US" smtClean="0"/>
              <a:pPr>
                <a:spcAft>
                  <a:spcPts val="600"/>
                </a:spcAft>
              </a:pPr>
              <a:t>4/1/2026</a:t>
            </a:fld>
            <a:endParaRPr lang="en-US"/>
          </a:p>
        </p:txBody>
      </p:sp>
      <p:sp>
        <p:nvSpPr>
          <p:cNvPr id="6" name="Slide Number Placeholder 5">
            <a:extLst>
              <a:ext uri="{FF2B5EF4-FFF2-40B4-BE49-F238E27FC236}">
                <a16:creationId xmlns:a16="http://schemas.microsoft.com/office/drawing/2014/main" id="{07A9AFE2-5368-7980-6DEE-6A99B6673B4B}"/>
              </a:ext>
            </a:extLst>
          </p:cNvPr>
          <p:cNvSpPr>
            <a:spLocks noGrp="1"/>
          </p:cNvSpPr>
          <p:nvPr>
            <p:ph type="sldNum" sz="quarter" idx="12"/>
          </p:nvPr>
        </p:nvSpPr>
        <p:spPr>
          <a:xfrm>
            <a:off x="11512296" y="6356350"/>
            <a:ext cx="574620" cy="365125"/>
          </a:xfrm>
        </p:spPr>
        <p:txBody>
          <a:bodyPr anchor="ctr">
            <a:normAutofit/>
          </a:bodyPr>
          <a:lstStyle/>
          <a:p>
            <a:pPr>
              <a:spcAft>
                <a:spcPts val="600"/>
              </a:spcAft>
            </a:pPr>
            <a:fld id="{2DE90F28-AFBB-4AB2-AA79-6D3F72ED131B}" type="slidenum">
              <a:rPr lang="en-US" smtClean="0"/>
              <a:pPr>
                <a:spcAft>
                  <a:spcPts val="600"/>
                </a:spcAft>
              </a:pPr>
              <a:t>2</a:t>
            </a:fld>
            <a:endParaRPr lang="en-US"/>
          </a:p>
        </p:txBody>
      </p:sp>
    </p:spTree>
    <p:extLst>
      <p:ext uri="{BB962C8B-B14F-4D97-AF65-F5344CB8AC3E}">
        <p14:creationId xmlns:p14="http://schemas.microsoft.com/office/powerpoint/2010/main" val="25672141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8F328-300D-100C-D9F1-89AEFBADCBAA}"/>
              </a:ext>
            </a:extLst>
          </p:cNvPr>
          <p:cNvSpPr>
            <a:spLocks noGrp="1"/>
          </p:cNvSpPr>
          <p:nvPr>
            <p:ph type="title"/>
          </p:nvPr>
        </p:nvSpPr>
        <p:spPr>
          <a:xfrm>
            <a:off x="4480560" y="320040"/>
            <a:ext cx="6858000" cy="932688"/>
          </a:xfrm>
        </p:spPr>
        <p:txBody>
          <a:bodyPr anchor="b">
            <a:normAutofit/>
          </a:bodyPr>
          <a:lstStyle/>
          <a:p>
            <a:r>
              <a:rPr lang="en-US" sz="3000"/>
              <a:t>Welcome and Conference Introduction</a:t>
            </a:r>
          </a:p>
        </p:txBody>
      </p:sp>
      <p:pic>
        <p:nvPicPr>
          <p:cNvPr id="8" name="Content Placeholder 7" descr="Shot of a group of diverse businesspeople having a meeting in the boardroom">
            <a:extLst>
              <a:ext uri="{FF2B5EF4-FFF2-40B4-BE49-F238E27FC236}">
                <a16:creationId xmlns:a16="http://schemas.microsoft.com/office/drawing/2014/main" id="{7C96C63A-147D-4882-A041-392B761C3A74}"/>
              </a:ext>
            </a:extLst>
          </p:cNvPr>
          <p:cNvPicPr>
            <a:picLocks noGrp="1" noChangeAspect="1"/>
          </p:cNvPicPr>
          <p:nvPr>
            <p:ph type="pic" sz="quarter" idx="13"/>
          </p:nvPr>
        </p:nvPicPr>
        <p:blipFill>
          <a:blip r:embed="rId3"/>
          <a:srcRect l="28176" r="34424"/>
          <a:stretch>
            <a:fillRect/>
          </a:stretch>
        </p:blipFill>
        <p:spPr>
          <a:xfrm>
            <a:off x="20" y="1"/>
            <a:ext cx="4023340" cy="6858000"/>
          </a:xfrm>
        </p:spPr>
      </p:pic>
      <p:sp>
        <p:nvSpPr>
          <p:cNvPr id="5" name="Content Placeholder 4">
            <a:extLst>
              <a:ext uri="{FF2B5EF4-FFF2-40B4-BE49-F238E27FC236}">
                <a16:creationId xmlns:a16="http://schemas.microsoft.com/office/drawing/2014/main" id="{AAC01CCE-E7B9-7CD5-64C4-8C59F97C282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480560" y="1380744"/>
            <a:ext cx="6858000" cy="4983480"/>
          </a:xfrm>
        </p:spPr>
        <p:txBody>
          <a:bodyPr>
            <a:normAutofit/>
          </a:bodyPr>
          <a:lstStyle/>
          <a:p>
            <a:pPr marL="0" indent="0">
              <a:spcBef>
                <a:spcPts val="2500"/>
              </a:spcBef>
              <a:buFont typeface="Arial" panose="020B0604020202020204" pitchFamily="34" charset="0"/>
              <a:buNone/>
            </a:pPr>
            <a:r>
              <a:rPr lang="en-US" sz="1400" b="1"/>
              <a:t>Conference Purpose</a:t>
            </a:r>
          </a:p>
          <a:p>
            <a:pPr marL="0" lvl="1" indent="0">
              <a:buFont typeface="Arial" panose="020B0604020202020204" pitchFamily="34" charset="0"/>
              <a:buNone/>
            </a:pPr>
            <a:r>
              <a:rPr lang="en-US" sz="1400"/>
              <a:t>The conference aims to align leadership, sales teams, and stakeholders on performance and growth strategy.</a:t>
            </a:r>
          </a:p>
          <a:p>
            <a:pPr marL="0" indent="0">
              <a:spcBef>
                <a:spcPts val="2500"/>
              </a:spcBef>
              <a:buFont typeface="Arial" panose="020B0604020202020204" pitchFamily="34" charset="0"/>
              <a:buNone/>
            </a:pPr>
            <a:r>
              <a:rPr lang="en-US" sz="1400" b="1"/>
              <a:t>Business Context 2026</a:t>
            </a:r>
          </a:p>
          <a:p>
            <a:pPr marL="0" lvl="1" indent="0">
              <a:buFont typeface="Arial" panose="020B0604020202020204" pitchFamily="34" charset="0"/>
              <a:buNone/>
            </a:pPr>
            <a:r>
              <a:rPr lang="en-US" sz="1400"/>
              <a:t>Market volatility, customer expectations, and digital transformation shape the sales execution environment.</a:t>
            </a:r>
          </a:p>
          <a:p>
            <a:pPr marL="0" indent="0">
              <a:spcBef>
                <a:spcPts val="2500"/>
              </a:spcBef>
              <a:buFont typeface="Arial" panose="020B0604020202020204" pitchFamily="34" charset="0"/>
              <a:buNone/>
            </a:pPr>
            <a:r>
              <a:rPr lang="en-US" sz="1400" b="1"/>
              <a:t>Strategic Focus</a:t>
            </a:r>
          </a:p>
          <a:p>
            <a:pPr marL="0" lvl="1" indent="0">
              <a:buFont typeface="Arial" panose="020B0604020202020204" pitchFamily="34" charset="0"/>
              <a:buNone/>
            </a:pPr>
            <a:r>
              <a:rPr lang="en-US" sz="1400"/>
              <a:t>Emphasizes adaptability, resilience, innovation, and data-driven decision-making for future success.</a:t>
            </a:r>
          </a:p>
          <a:p>
            <a:pPr marL="0" indent="0">
              <a:spcBef>
                <a:spcPts val="2500"/>
              </a:spcBef>
              <a:buFont typeface="Arial" panose="020B0604020202020204" pitchFamily="34" charset="0"/>
              <a:buNone/>
            </a:pPr>
            <a:r>
              <a:rPr lang="en-US" sz="1400" b="1"/>
              <a:t>Conference Significance</a:t>
            </a:r>
          </a:p>
          <a:p>
            <a:pPr marL="0" lvl="1" indent="0">
              <a:buFont typeface="Arial" panose="020B0604020202020204" pitchFamily="34" charset="0"/>
              <a:buNone/>
            </a:pPr>
            <a:r>
              <a:rPr lang="en-US" sz="1400"/>
              <a:t>A forum for recognition, learning, shared accountability, and clear priority setting.</a:t>
            </a:r>
          </a:p>
        </p:txBody>
      </p:sp>
      <p:sp>
        <p:nvSpPr>
          <p:cNvPr id="6" name="Date Placeholder 5">
            <a:extLst>
              <a:ext uri="{FF2B5EF4-FFF2-40B4-BE49-F238E27FC236}">
                <a16:creationId xmlns:a16="http://schemas.microsoft.com/office/drawing/2014/main" id="{28BD48C7-80C0-F72B-1EB2-DC9690369F64}"/>
              </a:ext>
            </a:extLst>
          </p:cNvPr>
          <p:cNvSpPr>
            <a:spLocks noGrp="1"/>
          </p:cNvSpPr>
          <p:nvPr>
            <p:ph type="dt" sz="half" idx="15"/>
          </p:nvPr>
        </p:nvSpPr>
        <p:spPr>
          <a:xfrm rot="5400000">
            <a:off x="10425981" y="4687095"/>
            <a:ext cx="2706690" cy="365125"/>
          </a:xfrm>
        </p:spPr>
        <p:txBody>
          <a:bodyPr anchor="ctr">
            <a:normAutofit/>
          </a:bodyPr>
          <a:lstStyle/>
          <a:p>
            <a:pPr>
              <a:spcAft>
                <a:spcPts val="600"/>
              </a:spcAft>
            </a:pPr>
            <a:fld id="{9E765B10-D26A-480A-9509-A9831C5E60D8}" type="datetime1">
              <a:rPr lang="en-US" smtClean="0"/>
              <a:pPr>
                <a:spcAft>
                  <a:spcPts val="600"/>
                </a:spcAft>
              </a:pPr>
              <a:t>4/1/2026</a:t>
            </a:fld>
            <a:endParaRPr lang="en-US"/>
          </a:p>
        </p:txBody>
      </p:sp>
      <p:sp>
        <p:nvSpPr>
          <p:cNvPr id="3" name="Footer Placeholder 2">
            <a:extLst>
              <a:ext uri="{FF2B5EF4-FFF2-40B4-BE49-F238E27FC236}">
                <a16:creationId xmlns:a16="http://schemas.microsoft.com/office/drawing/2014/main" id="{C4AE04E6-77F0-1ECF-1EA1-421F6C22ED96}"/>
              </a:ext>
            </a:extLst>
          </p:cNvPr>
          <p:cNvSpPr>
            <a:spLocks noGrp="1"/>
          </p:cNvSpPr>
          <p:nvPr>
            <p:ph type="ftr" sz="quarter" idx="16"/>
          </p:nvPr>
        </p:nvSpPr>
        <p:spPr>
          <a:xfrm rot="16200000">
            <a:off x="10292565" y="1592957"/>
            <a:ext cx="2973522" cy="365125"/>
          </a:xfrm>
        </p:spPr>
        <p:txBody>
          <a:bodyPr anchor="ctr">
            <a:normAutofit/>
          </a:bodyPr>
          <a:lstStyle/>
          <a:p>
            <a:pPr>
              <a:spcAft>
                <a:spcPts val="600"/>
              </a:spcAft>
            </a:pPr>
            <a:r>
              <a:rPr lang="en-US"/>
              <a:t>Sample Footer Text</a:t>
            </a:r>
          </a:p>
        </p:txBody>
      </p:sp>
      <p:sp>
        <p:nvSpPr>
          <p:cNvPr id="7" name="Slide Number Placeholder 6">
            <a:extLst>
              <a:ext uri="{FF2B5EF4-FFF2-40B4-BE49-F238E27FC236}">
                <a16:creationId xmlns:a16="http://schemas.microsoft.com/office/drawing/2014/main" id="{DC52062A-7236-037B-740D-B871293C343C}"/>
              </a:ext>
            </a:extLst>
          </p:cNvPr>
          <p:cNvSpPr>
            <a:spLocks noGrp="1"/>
          </p:cNvSpPr>
          <p:nvPr>
            <p:ph type="sldNum" sz="quarter" idx="17"/>
          </p:nvPr>
        </p:nvSpPr>
        <p:spPr>
          <a:xfrm>
            <a:off x="11512296" y="6356350"/>
            <a:ext cx="574620" cy="365125"/>
          </a:xfrm>
        </p:spPr>
        <p:txBody>
          <a:bodyPr anchor="ctr">
            <a:normAutofit/>
          </a:bodyPr>
          <a:lstStyle/>
          <a:p>
            <a:pPr>
              <a:spcAft>
                <a:spcPts val="600"/>
              </a:spcAft>
            </a:pPr>
            <a:fld id="{CC057153-B650-4DEB-B370-79DDCFDCE934}" type="slidenum">
              <a:rPr lang="en-US" smtClean="0"/>
              <a:pPr>
                <a:spcAft>
                  <a:spcPts val="600"/>
                </a:spcAft>
              </a:pPr>
              <a:t>3</a:t>
            </a:fld>
            <a:endParaRPr lang="en-US"/>
          </a:p>
        </p:txBody>
      </p:sp>
    </p:spTree>
    <p:extLst>
      <p:ext uri="{BB962C8B-B14F-4D97-AF65-F5344CB8AC3E}">
        <p14:creationId xmlns:p14="http://schemas.microsoft.com/office/powerpoint/2010/main" val="41885331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42DAF-5D6F-64F2-0DFC-E75179D42344}"/>
              </a:ext>
            </a:extLst>
          </p:cNvPr>
          <p:cNvSpPr>
            <a:spLocks noGrp="1"/>
          </p:cNvSpPr>
          <p:nvPr>
            <p:ph type="title"/>
          </p:nvPr>
        </p:nvSpPr>
        <p:spPr>
          <a:xfrm>
            <a:off x="731520" y="365760"/>
            <a:ext cx="10741152" cy="1132258"/>
          </a:xfrm>
        </p:spPr>
        <p:txBody>
          <a:bodyPr anchor="b">
            <a:normAutofit/>
          </a:bodyPr>
          <a:lstStyle/>
          <a:p>
            <a:r>
              <a:rPr lang="en-US" sz="3700"/>
              <a:t>Conference Agenda and Key Themes</a:t>
            </a:r>
          </a:p>
        </p:txBody>
      </p:sp>
      <p:sp>
        <p:nvSpPr>
          <p:cNvPr id="3" name="Footer Placeholder 2">
            <a:extLst>
              <a:ext uri="{FF2B5EF4-FFF2-40B4-BE49-F238E27FC236}">
                <a16:creationId xmlns:a16="http://schemas.microsoft.com/office/drawing/2014/main" id="{328D60F1-5E9F-A2EE-E98F-29FC2C4CC4EE}"/>
              </a:ext>
            </a:extLst>
          </p:cNvPr>
          <p:cNvSpPr>
            <a:spLocks noGrp="1"/>
          </p:cNvSpPr>
          <p:nvPr>
            <p:ph type="ftr" sz="quarter" idx="11"/>
          </p:nvPr>
        </p:nvSpPr>
        <p:spPr>
          <a:xfrm rot="16200000">
            <a:off x="-1131161" y="1592957"/>
            <a:ext cx="2973522"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DA1A536D-847C-5E14-B0F8-706A747E9193}"/>
              </a:ext>
            </a:extLst>
          </p:cNvPr>
          <p:cNvSpPr>
            <a:spLocks noGrp="1"/>
          </p:cNvSpPr>
          <p:nvPr>
            <p:ph type="dt" sz="half" idx="10"/>
          </p:nvPr>
        </p:nvSpPr>
        <p:spPr>
          <a:xfrm rot="5400000">
            <a:off x="10425981" y="4687095"/>
            <a:ext cx="2706690" cy="365125"/>
          </a:xfrm>
        </p:spPr>
        <p:txBody>
          <a:bodyPr anchor="ctr">
            <a:normAutofit/>
          </a:bodyPr>
          <a:lstStyle/>
          <a:p>
            <a:pPr>
              <a:spcAft>
                <a:spcPts val="600"/>
              </a:spcAft>
            </a:pPr>
            <a:fld id="{EEE6A364-A39C-470E-B89A-9BD899585684}" type="datetime1">
              <a:rPr lang="en-US" smtClean="0"/>
              <a:pPr>
                <a:spcAft>
                  <a:spcPts val="600"/>
                </a:spcAft>
              </a:pPr>
              <a:t>4/1/2026</a:t>
            </a:fld>
            <a:endParaRPr lang="en-US"/>
          </a:p>
        </p:txBody>
      </p:sp>
      <p:sp>
        <p:nvSpPr>
          <p:cNvPr id="6" name="Slide Number Placeholder 5">
            <a:extLst>
              <a:ext uri="{FF2B5EF4-FFF2-40B4-BE49-F238E27FC236}">
                <a16:creationId xmlns:a16="http://schemas.microsoft.com/office/drawing/2014/main" id="{9E3EF322-7FC6-3156-5E2B-BB0CEBF98EBE}"/>
              </a:ext>
            </a:extLst>
          </p:cNvPr>
          <p:cNvSpPr>
            <a:spLocks noGrp="1"/>
          </p:cNvSpPr>
          <p:nvPr>
            <p:ph type="sldNum" sz="quarter" idx="12"/>
          </p:nvPr>
        </p:nvSpPr>
        <p:spPr>
          <a:xfrm>
            <a:off x="11512296" y="6356350"/>
            <a:ext cx="574620" cy="365125"/>
          </a:xfrm>
        </p:spPr>
        <p:txBody>
          <a:bodyPr anchor="ctr">
            <a:normAutofit/>
          </a:bodyPr>
          <a:lstStyle/>
          <a:p>
            <a:pPr>
              <a:spcAft>
                <a:spcPts val="600"/>
              </a:spcAft>
            </a:pPr>
            <a:fld id="{CC057153-B650-4DEB-B370-79DDCFDCE934}" type="slidenum">
              <a:rPr lang="en-US" smtClean="0"/>
              <a:pPr>
                <a:spcAft>
                  <a:spcPts val="600"/>
                </a:spcAft>
              </a:pPr>
              <a:t>4</a:t>
            </a:fld>
            <a:endParaRPr lang="en-US"/>
          </a:p>
        </p:txBody>
      </p:sp>
      <p:graphicFrame>
        <p:nvGraphicFramePr>
          <p:cNvPr id="7" name="Content Placeholder 6">
            <a:extLst>
              <a:ext uri="{FF2B5EF4-FFF2-40B4-BE49-F238E27FC236}">
                <a16:creationId xmlns:a16="http://schemas.microsoft.com/office/drawing/2014/main" id="{FD07FAE9-2FCA-447C-91DB-B8F3B016BF07}"/>
              </a:ext>
            </a:extLst>
          </p:cNvPr>
          <p:cNvGraphicFramePr>
            <a:graphicFrameLocks noGrp="1"/>
          </p:cNvGraphicFramePr>
          <p:nvPr>
            <p:ph idx="1"/>
            <p:extLst>
              <p:ext uri="{D42A27DB-BD31-4B8C-83A1-F6EECF244321}">
                <p14:modId xmlns:p14="http://schemas.microsoft.com/office/powerpoint/2010/main" val="3030183319"/>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731520" y="1658679"/>
          <a:ext cx="10780776" cy="4925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3663927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D90FA-FBA3-846B-CBB5-722B9263592A}"/>
              </a:ext>
            </a:extLst>
          </p:cNvPr>
          <p:cNvSpPr>
            <a:spLocks noGrp="1"/>
          </p:cNvSpPr>
          <p:nvPr>
            <p:ph type="title"/>
          </p:nvPr>
        </p:nvSpPr>
        <p:spPr>
          <a:xfrm>
            <a:off x="7132320" y="584339"/>
            <a:ext cx="4361688" cy="1261714"/>
          </a:xfrm>
        </p:spPr>
        <p:txBody>
          <a:bodyPr anchor="b">
            <a:normAutofit/>
          </a:bodyPr>
          <a:lstStyle/>
          <a:p>
            <a:r>
              <a:rPr lang="en-US" sz="2700"/>
              <a:t>Overall Sales Performance Summary</a:t>
            </a:r>
          </a:p>
        </p:txBody>
      </p:sp>
      <p:pic>
        <p:nvPicPr>
          <p:cNvPr id="8" name="Content Placeholder 7" descr="Shoulder view of an unrecognizable woman holding a digital pen and using it for tablet in front of her. Whole touch screen is visible.">
            <a:extLst>
              <a:ext uri="{FF2B5EF4-FFF2-40B4-BE49-F238E27FC236}">
                <a16:creationId xmlns:a16="http://schemas.microsoft.com/office/drawing/2014/main" id="{95C90A44-22DE-4FB4-8865-888ACC2008B1}"/>
              </a:ext>
            </a:extLst>
          </p:cNvPr>
          <p:cNvPicPr>
            <a:picLocks noGrp="1" noChangeAspect="1"/>
          </p:cNvPicPr>
          <p:nvPr>
            <p:ph type="pic" sz="quarter" idx="13"/>
          </p:nvPr>
        </p:nvPicPr>
        <p:blipFill>
          <a:blip r:embed="rId3"/>
          <a:srcRect l="20836" r="14331" b="-2"/>
          <a:stretch>
            <a:fillRect/>
          </a:stretch>
        </p:blipFill>
        <p:spPr>
          <a:xfrm>
            <a:off x="20" y="10"/>
            <a:ext cx="6611489" cy="6857990"/>
          </a:xfrm>
        </p:spPr>
      </p:pic>
      <p:sp>
        <p:nvSpPr>
          <p:cNvPr id="5" name="Content Placeholder 4">
            <a:extLst>
              <a:ext uri="{FF2B5EF4-FFF2-40B4-BE49-F238E27FC236}">
                <a16:creationId xmlns:a16="http://schemas.microsoft.com/office/drawing/2014/main" id="{C154FE65-7EEA-B2C7-AD86-37EC6D8DA81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132320" y="1979463"/>
            <a:ext cx="4362450" cy="4329262"/>
          </a:xfrm>
        </p:spPr>
        <p:txBody>
          <a:bodyPr>
            <a:normAutofit/>
          </a:bodyPr>
          <a:lstStyle/>
          <a:p>
            <a:pPr marL="0" indent="0">
              <a:spcBef>
                <a:spcPts val="2500"/>
              </a:spcBef>
              <a:buFont typeface="Arial" panose="020B0604020202020204" pitchFamily="34" charset="0"/>
              <a:buNone/>
            </a:pPr>
            <a:r>
              <a:rPr lang="en-US" sz="1400" b="1"/>
              <a:t>Revenue Trends Overview</a:t>
            </a:r>
          </a:p>
          <a:p>
            <a:pPr marL="0" lvl="1" indent="0">
              <a:buFont typeface="Arial" panose="020B0604020202020204" pitchFamily="34" charset="0"/>
              <a:buNone/>
            </a:pPr>
            <a:r>
              <a:rPr lang="en-US" sz="1400"/>
              <a:t>This summary highlights recent revenue trends and year-over-year growth to assess business momentum.</a:t>
            </a:r>
          </a:p>
          <a:p>
            <a:pPr marL="0" indent="0">
              <a:spcBef>
                <a:spcPts val="2500"/>
              </a:spcBef>
              <a:buFont typeface="Arial" panose="020B0604020202020204" pitchFamily="34" charset="0"/>
              <a:buNone/>
            </a:pPr>
            <a:r>
              <a:rPr lang="en-US" sz="1400" b="1"/>
              <a:t>Performance Against Targets</a:t>
            </a:r>
          </a:p>
          <a:p>
            <a:pPr marL="0" lvl="1" indent="0">
              <a:buFont typeface="Arial" panose="020B0604020202020204" pitchFamily="34" charset="0"/>
              <a:buNone/>
            </a:pPr>
            <a:r>
              <a:rPr lang="en-US" sz="1400"/>
              <a:t>Compares actual sales results against forecasted targets, identifying overperforming and underperforming areas.</a:t>
            </a:r>
          </a:p>
          <a:p>
            <a:pPr marL="0" indent="0">
              <a:spcBef>
                <a:spcPts val="2500"/>
              </a:spcBef>
              <a:buFont typeface="Arial" panose="020B0604020202020204" pitchFamily="34" charset="0"/>
              <a:buNone/>
            </a:pPr>
            <a:r>
              <a:rPr lang="en-US" sz="1400" b="1"/>
              <a:t>Key Performance Drivers</a:t>
            </a:r>
          </a:p>
          <a:p>
            <a:pPr marL="0" lvl="1" indent="0">
              <a:buFont typeface="Arial" panose="020B0604020202020204" pitchFamily="34" charset="0"/>
              <a:buNone/>
            </a:pPr>
            <a:r>
              <a:rPr lang="en-US" sz="1400"/>
              <a:t>Examines factors like customer acquisition, deal size, and sales cycle efficiency influencing sales outcomes.</a:t>
            </a:r>
          </a:p>
        </p:txBody>
      </p:sp>
      <p:sp>
        <p:nvSpPr>
          <p:cNvPr id="6" name="Date Placeholder 5">
            <a:extLst>
              <a:ext uri="{FF2B5EF4-FFF2-40B4-BE49-F238E27FC236}">
                <a16:creationId xmlns:a16="http://schemas.microsoft.com/office/drawing/2014/main" id="{A60C191D-CA82-0A46-B699-55DE2F799C93}"/>
              </a:ext>
            </a:extLst>
          </p:cNvPr>
          <p:cNvSpPr>
            <a:spLocks noGrp="1"/>
          </p:cNvSpPr>
          <p:nvPr>
            <p:ph type="dt" sz="half" idx="15"/>
          </p:nvPr>
        </p:nvSpPr>
        <p:spPr>
          <a:xfrm rot="5400000">
            <a:off x="10425981" y="4687095"/>
            <a:ext cx="2706690" cy="365125"/>
          </a:xfrm>
        </p:spPr>
        <p:txBody>
          <a:bodyPr anchor="ctr">
            <a:normAutofit/>
          </a:bodyPr>
          <a:lstStyle/>
          <a:p>
            <a:pPr>
              <a:spcAft>
                <a:spcPts val="600"/>
              </a:spcAft>
            </a:pPr>
            <a:fld id="{9E765B10-D26A-480A-9509-A9831C5E60D8}" type="datetime1">
              <a:rPr lang="en-US" smtClean="0"/>
              <a:pPr>
                <a:spcAft>
                  <a:spcPts val="600"/>
                </a:spcAft>
              </a:pPr>
              <a:t>4/1/2026</a:t>
            </a:fld>
            <a:endParaRPr lang="en-US"/>
          </a:p>
        </p:txBody>
      </p:sp>
      <p:sp>
        <p:nvSpPr>
          <p:cNvPr id="3" name="Footer Placeholder 2">
            <a:extLst>
              <a:ext uri="{FF2B5EF4-FFF2-40B4-BE49-F238E27FC236}">
                <a16:creationId xmlns:a16="http://schemas.microsoft.com/office/drawing/2014/main" id="{66A39E21-6C32-72F4-7D24-97082C4C80C4}"/>
              </a:ext>
            </a:extLst>
          </p:cNvPr>
          <p:cNvSpPr>
            <a:spLocks noGrp="1"/>
          </p:cNvSpPr>
          <p:nvPr>
            <p:ph type="ftr" sz="quarter" idx="16"/>
          </p:nvPr>
        </p:nvSpPr>
        <p:spPr>
          <a:xfrm rot="16200000">
            <a:off x="10292565" y="1592957"/>
            <a:ext cx="2973522" cy="365125"/>
          </a:xfrm>
        </p:spPr>
        <p:txBody>
          <a:bodyPr anchor="ctr">
            <a:normAutofit/>
          </a:bodyPr>
          <a:lstStyle/>
          <a:p>
            <a:pPr>
              <a:spcAft>
                <a:spcPts val="600"/>
              </a:spcAft>
            </a:pPr>
            <a:r>
              <a:rPr lang="en-US"/>
              <a:t>Sample Footer Text</a:t>
            </a:r>
          </a:p>
        </p:txBody>
      </p:sp>
      <p:sp>
        <p:nvSpPr>
          <p:cNvPr id="7" name="Slide Number Placeholder 6">
            <a:extLst>
              <a:ext uri="{FF2B5EF4-FFF2-40B4-BE49-F238E27FC236}">
                <a16:creationId xmlns:a16="http://schemas.microsoft.com/office/drawing/2014/main" id="{83038277-696D-D460-66E2-BFBC9C9BF0CF}"/>
              </a:ext>
            </a:extLst>
          </p:cNvPr>
          <p:cNvSpPr>
            <a:spLocks noGrp="1"/>
          </p:cNvSpPr>
          <p:nvPr>
            <p:ph type="sldNum" sz="quarter" idx="17"/>
          </p:nvPr>
        </p:nvSpPr>
        <p:spPr>
          <a:xfrm>
            <a:off x="11512296" y="6356350"/>
            <a:ext cx="574620" cy="365125"/>
          </a:xfrm>
        </p:spPr>
        <p:txBody>
          <a:bodyPr anchor="ctr">
            <a:normAutofit/>
          </a:bodyPr>
          <a:lstStyle/>
          <a:p>
            <a:pPr>
              <a:spcAft>
                <a:spcPts val="600"/>
              </a:spcAft>
            </a:pPr>
            <a:fld id="{CC057153-B650-4DEB-B370-79DDCFDCE934}" type="slidenum">
              <a:rPr lang="en-US" smtClean="0"/>
              <a:pPr>
                <a:spcAft>
                  <a:spcPts val="600"/>
                </a:spcAft>
              </a:pPr>
              <a:t>5</a:t>
            </a:fld>
            <a:endParaRPr lang="en-US"/>
          </a:p>
        </p:txBody>
      </p:sp>
    </p:spTree>
    <p:extLst>
      <p:ext uri="{BB962C8B-B14F-4D97-AF65-F5344CB8AC3E}">
        <p14:creationId xmlns:p14="http://schemas.microsoft.com/office/powerpoint/2010/main" val="9903289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812D5-AD51-527A-AA5D-4B9FAEE9677C}"/>
              </a:ext>
            </a:extLst>
          </p:cNvPr>
          <p:cNvSpPr>
            <a:spLocks noGrp="1"/>
          </p:cNvSpPr>
          <p:nvPr>
            <p:ph type="title"/>
          </p:nvPr>
        </p:nvSpPr>
        <p:spPr>
          <a:xfrm>
            <a:off x="7132320" y="584339"/>
            <a:ext cx="4361688" cy="1261714"/>
          </a:xfrm>
        </p:spPr>
        <p:txBody>
          <a:bodyPr anchor="b">
            <a:normAutofit/>
          </a:bodyPr>
          <a:lstStyle/>
          <a:p>
            <a:r>
              <a:rPr lang="en-US"/>
              <a:t>Regional Sales Highlights</a:t>
            </a:r>
          </a:p>
        </p:txBody>
      </p:sp>
      <p:pic>
        <p:nvPicPr>
          <p:cNvPr id="8" name="Content Placeholder 7" descr="Pushpins in the USA">
            <a:extLst>
              <a:ext uri="{FF2B5EF4-FFF2-40B4-BE49-F238E27FC236}">
                <a16:creationId xmlns:a16="http://schemas.microsoft.com/office/drawing/2014/main" id="{F0662FB1-90B7-402B-8848-3A251C30F398}"/>
              </a:ext>
            </a:extLst>
          </p:cNvPr>
          <p:cNvPicPr>
            <a:picLocks noGrp="1" noChangeAspect="1"/>
          </p:cNvPicPr>
          <p:nvPr>
            <p:ph type="pic" sz="quarter" idx="13"/>
          </p:nvPr>
        </p:nvPicPr>
        <p:blipFill>
          <a:blip r:embed="rId3"/>
          <a:srcRect l="35650" r="-1" b="-1"/>
          <a:stretch>
            <a:fillRect/>
          </a:stretch>
        </p:blipFill>
        <p:spPr>
          <a:xfrm>
            <a:off x="20" y="10"/>
            <a:ext cx="6611489" cy="6857990"/>
          </a:xfrm>
        </p:spPr>
      </p:pic>
      <p:sp>
        <p:nvSpPr>
          <p:cNvPr id="5" name="Content Placeholder 4">
            <a:extLst>
              <a:ext uri="{FF2B5EF4-FFF2-40B4-BE49-F238E27FC236}">
                <a16:creationId xmlns:a16="http://schemas.microsoft.com/office/drawing/2014/main" id="{59ABEC6E-1454-A7C8-F27F-132EBEB0743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132320" y="1979463"/>
            <a:ext cx="4362450" cy="4329262"/>
          </a:xfrm>
        </p:spPr>
        <p:txBody>
          <a:bodyPr>
            <a:normAutofit/>
          </a:bodyPr>
          <a:lstStyle/>
          <a:p>
            <a:pPr marL="0" indent="0">
              <a:spcBef>
                <a:spcPts val="2500"/>
              </a:spcBef>
              <a:buFont typeface="Arial" panose="020B0604020202020204" pitchFamily="34" charset="0"/>
              <a:buNone/>
            </a:pPr>
            <a:r>
              <a:rPr lang="en-US" sz="1400" b="1"/>
              <a:t>Geographic Sales Analysis</a:t>
            </a:r>
          </a:p>
          <a:p>
            <a:pPr marL="0" lvl="1" indent="0">
              <a:buFont typeface="Arial" panose="020B0604020202020204" pitchFamily="34" charset="0"/>
              <a:buNone/>
            </a:pPr>
            <a:r>
              <a:rPr lang="en-US" sz="1400"/>
              <a:t>Sales performance varies by region due to factors like customer demand and competitive intensity, requiring localized insights.</a:t>
            </a:r>
          </a:p>
          <a:p>
            <a:pPr marL="0" indent="0">
              <a:spcBef>
                <a:spcPts val="2500"/>
              </a:spcBef>
              <a:buFont typeface="Arial" panose="020B0604020202020204" pitchFamily="34" charset="0"/>
              <a:buNone/>
            </a:pPr>
            <a:r>
              <a:rPr lang="en-US" sz="1400" b="1"/>
              <a:t>Highlighting Successful Regions</a:t>
            </a:r>
          </a:p>
          <a:p>
            <a:pPr marL="0" lvl="1" indent="0">
              <a:buFont typeface="Arial" panose="020B0604020202020204" pitchFamily="34" charset="0"/>
              <a:buNone/>
            </a:pPr>
            <a:r>
              <a:rPr lang="en-US" sz="1400"/>
              <a:t>Strong-performing markets demonstrate best practices and effective strategies that serve as benchmarks for other regions.</a:t>
            </a:r>
          </a:p>
          <a:p>
            <a:pPr marL="0" indent="0">
              <a:spcBef>
                <a:spcPts val="2500"/>
              </a:spcBef>
              <a:buFont typeface="Arial" panose="020B0604020202020204" pitchFamily="34" charset="0"/>
              <a:buNone/>
            </a:pPr>
            <a:r>
              <a:rPr lang="en-US" sz="1400" b="1"/>
              <a:t>Addressing Regional Challenges</a:t>
            </a:r>
          </a:p>
          <a:p>
            <a:pPr marL="0" lvl="1" indent="0">
              <a:buFont typeface="Arial" panose="020B0604020202020204" pitchFamily="34" charset="0"/>
              <a:buNone/>
            </a:pPr>
            <a:r>
              <a:rPr lang="en-US" sz="1400"/>
              <a:t>Challenges such as resource constraints and pricing pressure are identified with strategic mitigation plans to improve outcomes.</a:t>
            </a:r>
          </a:p>
        </p:txBody>
      </p:sp>
      <p:sp>
        <p:nvSpPr>
          <p:cNvPr id="6" name="Date Placeholder 5">
            <a:extLst>
              <a:ext uri="{FF2B5EF4-FFF2-40B4-BE49-F238E27FC236}">
                <a16:creationId xmlns:a16="http://schemas.microsoft.com/office/drawing/2014/main" id="{68291B6A-F747-2C79-5C99-4B6AEC129E25}"/>
              </a:ext>
            </a:extLst>
          </p:cNvPr>
          <p:cNvSpPr>
            <a:spLocks noGrp="1"/>
          </p:cNvSpPr>
          <p:nvPr>
            <p:ph type="dt" sz="half" idx="15"/>
          </p:nvPr>
        </p:nvSpPr>
        <p:spPr>
          <a:xfrm rot="5400000">
            <a:off x="10425981" y="4687095"/>
            <a:ext cx="2706690" cy="365125"/>
          </a:xfrm>
        </p:spPr>
        <p:txBody>
          <a:bodyPr anchor="ctr">
            <a:normAutofit/>
          </a:bodyPr>
          <a:lstStyle/>
          <a:p>
            <a:pPr>
              <a:spcAft>
                <a:spcPts val="600"/>
              </a:spcAft>
            </a:pPr>
            <a:fld id="{9E765B10-D26A-480A-9509-A9831C5E60D8}" type="datetime1">
              <a:rPr lang="en-US" smtClean="0"/>
              <a:pPr>
                <a:spcAft>
                  <a:spcPts val="600"/>
                </a:spcAft>
              </a:pPr>
              <a:t>4/1/2026</a:t>
            </a:fld>
            <a:endParaRPr lang="en-US"/>
          </a:p>
        </p:txBody>
      </p:sp>
      <p:sp>
        <p:nvSpPr>
          <p:cNvPr id="3" name="Footer Placeholder 2">
            <a:extLst>
              <a:ext uri="{FF2B5EF4-FFF2-40B4-BE49-F238E27FC236}">
                <a16:creationId xmlns:a16="http://schemas.microsoft.com/office/drawing/2014/main" id="{5FAE5DCE-E04F-4055-B4A4-4C52E2CDB64B}"/>
              </a:ext>
            </a:extLst>
          </p:cNvPr>
          <p:cNvSpPr>
            <a:spLocks noGrp="1"/>
          </p:cNvSpPr>
          <p:nvPr>
            <p:ph type="ftr" sz="quarter" idx="16"/>
          </p:nvPr>
        </p:nvSpPr>
        <p:spPr>
          <a:xfrm rot="16200000">
            <a:off x="10292565" y="1592957"/>
            <a:ext cx="2973522" cy="365125"/>
          </a:xfrm>
        </p:spPr>
        <p:txBody>
          <a:bodyPr anchor="ctr">
            <a:normAutofit/>
          </a:bodyPr>
          <a:lstStyle/>
          <a:p>
            <a:pPr>
              <a:spcAft>
                <a:spcPts val="600"/>
              </a:spcAft>
            </a:pPr>
            <a:r>
              <a:rPr lang="en-US"/>
              <a:t>Sample Footer Text</a:t>
            </a:r>
          </a:p>
        </p:txBody>
      </p:sp>
      <p:sp>
        <p:nvSpPr>
          <p:cNvPr id="7" name="Slide Number Placeholder 6">
            <a:extLst>
              <a:ext uri="{FF2B5EF4-FFF2-40B4-BE49-F238E27FC236}">
                <a16:creationId xmlns:a16="http://schemas.microsoft.com/office/drawing/2014/main" id="{D75B8E89-68DB-BEDA-C3A9-222343CFAC56}"/>
              </a:ext>
            </a:extLst>
          </p:cNvPr>
          <p:cNvSpPr>
            <a:spLocks noGrp="1"/>
          </p:cNvSpPr>
          <p:nvPr>
            <p:ph type="sldNum" sz="quarter" idx="17"/>
          </p:nvPr>
        </p:nvSpPr>
        <p:spPr>
          <a:xfrm>
            <a:off x="11512296" y="6356350"/>
            <a:ext cx="574620" cy="365125"/>
          </a:xfrm>
        </p:spPr>
        <p:txBody>
          <a:bodyPr anchor="ctr">
            <a:normAutofit/>
          </a:bodyPr>
          <a:lstStyle/>
          <a:p>
            <a:pPr>
              <a:spcAft>
                <a:spcPts val="600"/>
              </a:spcAft>
            </a:pPr>
            <a:fld id="{CC057153-B650-4DEB-B370-79DDCFDCE934}" type="slidenum">
              <a:rPr lang="en-US" smtClean="0"/>
              <a:pPr>
                <a:spcAft>
                  <a:spcPts val="600"/>
                </a:spcAft>
              </a:pPr>
              <a:t>6</a:t>
            </a:fld>
            <a:endParaRPr lang="en-US"/>
          </a:p>
        </p:txBody>
      </p:sp>
    </p:spTree>
    <p:extLst>
      <p:ext uri="{BB962C8B-B14F-4D97-AF65-F5344CB8AC3E}">
        <p14:creationId xmlns:p14="http://schemas.microsoft.com/office/powerpoint/2010/main" val="16908680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8085F-FE62-D703-8EC6-7B04D5D6A719}"/>
              </a:ext>
            </a:extLst>
          </p:cNvPr>
          <p:cNvSpPr>
            <a:spLocks noGrp="1"/>
          </p:cNvSpPr>
          <p:nvPr>
            <p:ph type="title"/>
          </p:nvPr>
        </p:nvSpPr>
        <p:spPr>
          <a:xfrm>
            <a:off x="7132320" y="584339"/>
            <a:ext cx="4361688" cy="1261714"/>
          </a:xfrm>
        </p:spPr>
        <p:txBody>
          <a:bodyPr anchor="b">
            <a:normAutofit/>
          </a:bodyPr>
          <a:lstStyle/>
          <a:p>
            <a:r>
              <a:rPr lang="en-US"/>
              <a:t>Closing Remarks and Next Steps</a:t>
            </a:r>
          </a:p>
        </p:txBody>
      </p:sp>
      <p:pic>
        <p:nvPicPr>
          <p:cNvPr id="8" name="Content Placeholder 7" descr="Shot of a group of businesspeople having a meeting in the boardroom">
            <a:extLst>
              <a:ext uri="{FF2B5EF4-FFF2-40B4-BE49-F238E27FC236}">
                <a16:creationId xmlns:a16="http://schemas.microsoft.com/office/drawing/2014/main" id="{D6E933DB-E30F-47B0-85BD-BFAE518CB7B9}"/>
              </a:ext>
            </a:extLst>
          </p:cNvPr>
          <p:cNvPicPr>
            <a:picLocks noGrp="1" noChangeAspect="1"/>
          </p:cNvPicPr>
          <p:nvPr>
            <p:ph type="pic" sz="quarter" idx="13"/>
          </p:nvPr>
        </p:nvPicPr>
        <p:blipFill>
          <a:blip r:embed="rId3"/>
          <a:srcRect l="16759" r="18889" b="-1"/>
          <a:stretch>
            <a:fillRect/>
          </a:stretch>
        </p:blipFill>
        <p:spPr>
          <a:xfrm>
            <a:off x="20" y="10"/>
            <a:ext cx="6611489" cy="6857990"/>
          </a:xfrm>
        </p:spPr>
      </p:pic>
      <p:sp>
        <p:nvSpPr>
          <p:cNvPr id="5" name="Content Placeholder 4">
            <a:extLst>
              <a:ext uri="{FF2B5EF4-FFF2-40B4-BE49-F238E27FC236}">
                <a16:creationId xmlns:a16="http://schemas.microsoft.com/office/drawing/2014/main" id="{0E8FBC9E-A746-6A0B-AEA3-AF527C5FA7C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132320" y="1979463"/>
            <a:ext cx="4362450" cy="4329262"/>
          </a:xfrm>
        </p:spPr>
        <p:txBody>
          <a:bodyPr>
            <a:normAutofit/>
          </a:bodyPr>
          <a:lstStyle/>
          <a:p>
            <a:pPr marL="0" indent="0">
              <a:spcBef>
                <a:spcPts val="2500"/>
              </a:spcBef>
              <a:buFont typeface="Arial" panose="020B0604020202020204" pitchFamily="34" charset="0"/>
              <a:buNone/>
            </a:pPr>
            <a:r>
              <a:rPr lang="en-US" sz="1400" b="1"/>
              <a:t>Summary of Key Messages</a:t>
            </a:r>
          </a:p>
          <a:p>
            <a:pPr marL="0" lvl="1" indent="0">
              <a:buFont typeface="Arial" panose="020B0604020202020204" pitchFamily="34" charset="0"/>
              <a:buNone/>
            </a:pPr>
            <a:r>
              <a:rPr lang="en-US" sz="1400"/>
              <a:t>This section consolidates core themes like accountability, strategic focus, and execution excellence from the conference.</a:t>
            </a:r>
          </a:p>
          <a:p>
            <a:pPr marL="0" indent="0">
              <a:spcBef>
                <a:spcPts val="2500"/>
              </a:spcBef>
              <a:buFont typeface="Arial" panose="020B0604020202020204" pitchFamily="34" charset="0"/>
              <a:buNone/>
            </a:pPr>
            <a:r>
              <a:rPr lang="en-US" sz="1400" b="1"/>
              <a:t>Immediate and Medium-Term Actions</a:t>
            </a:r>
          </a:p>
          <a:p>
            <a:pPr marL="0" lvl="1" indent="0">
              <a:buFont typeface="Arial" panose="020B0604020202020204" pitchFamily="34" charset="0"/>
              <a:buNone/>
            </a:pPr>
            <a:r>
              <a:rPr lang="en-US" sz="1400"/>
              <a:t>Outlines expected next steps for sales leadership, including strategy refinement and resource reallocation.</a:t>
            </a:r>
          </a:p>
          <a:p>
            <a:pPr marL="0" indent="0">
              <a:spcBef>
                <a:spcPts val="2500"/>
              </a:spcBef>
              <a:buFont typeface="Arial" panose="020B0604020202020204" pitchFamily="34" charset="0"/>
              <a:buNone/>
            </a:pPr>
            <a:r>
              <a:rPr lang="en-US" sz="1400" b="1"/>
              <a:t>Collaboration and Continuous Improvement</a:t>
            </a:r>
          </a:p>
          <a:p>
            <a:pPr marL="0" lvl="1" indent="0">
              <a:buFont typeface="Arial" panose="020B0604020202020204" pitchFamily="34" charset="0"/>
              <a:buNone/>
            </a:pPr>
            <a:r>
              <a:rPr lang="en-US" sz="1400"/>
              <a:t>Emphasizes ongoing teamwork and a forward-looking approach to sustain growth and commitment.</a:t>
            </a:r>
          </a:p>
        </p:txBody>
      </p:sp>
      <p:sp>
        <p:nvSpPr>
          <p:cNvPr id="6" name="Date Placeholder 5">
            <a:extLst>
              <a:ext uri="{FF2B5EF4-FFF2-40B4-BE49-F238E27FC236}">
                <a16:creationId xmlns:a16="http://schemas.microsoft.com/office/drawing/2014/main" id="{E9D20C4D-05C9-C886-668E-45F3D4AA6D69}"/>
              </a:ext>
            </a:extLst>
          </p:cNvPr>
          <p:cNvSpPr>
            <a:spLocks noGrp="1"/>
          </p:cNvSpPr>
          <p:nvPr>
            <p:ph type="dt" sz="half" idx="15"/>
          </p:nvPr>
        </p:nvSpPr>
        <p:spPr>
          <a:xfrm rot="5400000">
            <a:off x="10425981" y="4687095"/>
            <a:ext cx="2706690" cy="365125"/>
          </a:xfrm>
        </p:spPr>
        <p:txBody>
          <a:bodyPr anchor="ctr">
            <a:normAutofit/>
          </a:bodyPr>
          <a:lstStyle/>
          <a:p>
            <a:pPr>
              <a:spcAft>
                <a:spcPts val="600"/>
              </a:spcAft>
            </a:pPr>
            <a:fld id="{9E765B10-D26A-480A-9509-A9831C5E60D8}" type="datetime1">
              <a:rPr lang="en-US" smtClean="0"/>
              <a:pPr>
                <a:spcAft>
                  <a:spcPts val="600"/>
                </a:spcAft>
              </a:pPr>
              <a:t>4/1/2026</a:t>
            </a:fld>
            <a:endParaRPr lang="en-US"/>
          </a:p>
        </p:txBody>
      </p:sp>
      <p:sp>
        <p:nvSpPr>
          <p:cNvPr id="3" name="Footer Placeholder 2">
            <a:extLst>
              <a:ext uri="{FF2B5EF4-FFF2-40B4-BE49-F238E27FC236}">
                <a16:creationId xmlns:a16="http://schemas.microsoft.com/office/drawing/2014/main" id="{875C2EE0-D45C-B5CD-36A9-8C8C1BFD5EE1}"/>
              </a:ext>
            </a:extLst>
          </p:cNvPr>
          <p:cNvSpPr>
            <a:spLocks noGrp="1"/>
          </p:cNvSpPr>
          <p:nvPr>
            <p:ph type="ftr" sz="quarter" idx="16"/>
          </p:nvPr>
        </p:nvSpPr>
        <p:spPr>
          <a:xfrm rot="16200000">
            <a:off x="10292565" y="1592957"/>
            <a:ext cx="2973522" cy="365125"/>
          </a:xfrm>
        </p:spPr>
        <p:txBody>
          <a:bodyPr anchor="ctr">
            <a:normAutofit/>
          </a:bodyPr>
          <a:lstStyle/>
          <a:p>
            <a:pPr>
              <a:spcAft>
                <a:spcPts val="600"/>
              </a:spcAft>
            </a:pPr>
            <a:r>
              <a:rPr lang="en-US"/>
              <a:t>Sample Footer Text</a:t>
            </a:r>
          </a:p>
        </p:txBody>
      </p:sp>
      <p:sp>
        <p:nvSpPr>
          <p:cNvPr id="7" name="Slide Number Placeholder 6">
            <a:extLst>
              <a:ext uri="{FF2B5EF4-FFF2-40B4-BE49-F238E27FC236}">
                <a16:creationId xmlns:a16="http://schemas.microsoft.com/office/drawing/2014/main" id="{3F8776CA-744D-0FF0-0752-B4350B018DE9}"/>
              </a:ext>
            </a:extLst>
          </p:cNvPr>
          <p:cNvSpPr>
            <a:spLocks noGrp="1"/>
          </p:cNvSpPr>
          <p:nvPr>
            <p:ph type="sldNum" sz="quarter" idx="17"/>
          </p:nvPr>
        </p:nvSpPr>
        <p:spPr>
          <a:xfrm>
            <a:off x="11512296" y="6356350"/>
            <a:ext cx="574620" cy="365125"/>
          </a:xfrm>
        </p:spPr>
        <p:txBody>
          <a:bodyPr anchor="ctr">
            <a:normAutofit/>
          </a:bodyPr>
          <a:lstStyle/>
          <a:p>
            <a:pPr>
              <a:spcAft>
                <a:spcPts val="600"/>
              </a:spcAft>
            </a:pPr>
            <a:fld id="{CC057153-B650-4DEB-B370-79DDCFDCE934}" type="slidenum">
              <a:rPr lang="en-US" smtClean="0"/>
              <a:pPr>
                <a:spcAft>
                  <a:spcPts val="600"/>
                </a:spcAft>
              </a:pPr>
              <a:t>7</a:t>
            </a:fld>
            <a:endParaRPr lang="en-US"/>
          </a:p>
        </p:txBody>
      </p:sp>
    </p:spTree>
    <p:extLst>
      <p:ext uri="{BB962C8B-B14F-4D97-AF65-F5344CB8AC3E}">
        <p14:creationId xmlns:p14="http://schemas.microsoft.com/office/powerpoint/2010/main" val="41706386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Archway">
  <a:themeElements>
    <a:clrScheme name="Archway">
      <a:dk1>
        <a:sysClr val="windowText" lastClr="000000"/>
      </a:dk1>
      <a:lt1>
        <a:sysClr val="window" lastClr="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design_win32_LW_V6" id="{76702E1B-643C-41F6-B804-84CD1831FE1D}" vid="{80EAE0FA-13D9-49AC-87DC-C29A48A8690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7</Slides>
  <Notes>7</Notes>
  <HiddenSlides>0</HiddenSlide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Archway</vt:lpstr>
      <vt:lpstr>Sales Conference 2026</vt:lpstr>
      <vt:lpstr>Sales Conference 2026 Overview</vt:lpstr>
      <vt:lpstr>Welcome and Conference Introduction</vt:lpstr>
      <vt:lpstr>Conference Agenda and Key Themes</vt:lpstr>
      <vt:lpstr>Overall Sales Performance Summary</vt:lpstr>
      <vt:lpstr>Regional Sales Highlights</vt:lpstr>
      <vt:lpstr>Closing Remarks and Next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viswajith.mathialagan@syncfusion.com</dc:creator>
  <cp:lastModifiedBy>viswajith.mathialagan@syncfusion.com</cp:lastModifiedBy>
  <cp:revision>3</cp:revision>
  <dcterms:modified xsi:type="dcterms:W3CDTF">2026-04-02T06:19:09Z</dcterms:modified>
</cp:coreProperties>
</file>