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Investor Pitch – Q1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Company Growth Story and Outlook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Founded in 2018 with a strong market foothold</a:t>
            </a:r>
          </a:p>
          <a:p>
            <a:pPr lvl="1"/>
            <a:r>
              <a:t>Operating across 3 continents</a:t>
            </a:r>
          </a:p>
          <a:p>
            <a:pPr lvl="1"/>
            <a:r>
              <a:t>Mission-focused leadership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Addressable Market exceeds $40B</a:t>
            </a:r>
          </a:p>
          <a:p>
            <a:pPr lvl="1"/>
            <a:r>
              <a:t>Accelerated demand driven by digital transformation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Year-over-Year revenue growth of 28%</a:t>
            </a:r>
          </a:p>
          <a:p>
            <a:pPr lvl="1"/>
            <a:r>
              <a:t>Strong EBITDA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innovation and platform expansion</a:t>
            </a:r>
          </a:p>
          <a:p>
            <a:pPr lvl="1"/>
            <a:r>
              <a:t>Strategic partnerships and acquisitions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Capital raise to fuel next phase of growth</a:t>
            </a:r>
          </a:p>
          <a:p>
            <a:pPr lvl="1"/>
            <a:r>
              <a:t>Focused execution through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