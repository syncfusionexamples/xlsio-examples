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dirty="0"/>
              <a:t>PRODUCT_NAME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Official Product Launch</a:t>
            </a:r>
          </a:p>
          <a:p>
            <a:r>
              <a:rPr lang="en-US" dirty="0"/>
              <a:t>[</a:t>
            </a:r>
            <a:r>
              <a:rPr dirty="0"/>
              <a:t>LAUNCH_DATE</a:t>
            </a:r>
            <a:r>
              <a:rPr lang="en-US" dirty="0"/>
              <a:t>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Introducing </a:t>
            </a:r>
            <a:r>
              <a:rPr lang="en-US" dirty="0"/>
              <a:t>[</a:t>
            </a:r>
            <a:r>
              <a:rPr dirty="0"/>
              <a:t>PRODUCT_NAME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dirty="0"/>
              <a:t>PRODUCT_NAME</a:t>
            </a:r>
            <a:r>
              <a:rPr lang="en-US" dirty="0"/>
              <a:t>]</a:t>
            </a:r>
            <a:r>
              <a:rPr dirty="0"/>
              <a:t> is designed for modern businesses.</a:t>
            </a:r>
          </a:p>
          <a:p>
            <a:r>
              <a:rPr dirty="0"/>
              <a:t>Target Market: </a:t>
            </a:r>
            <a:r>
              <a:rPr lang="en-US" dirty="0"/>
              <a:t>[</a:t>
            </a:r>
            <a:r>
              <a:rPr dirty="0"/>
              <a:t>TARGET_MARKET</a:t>
            </a:r>
            <a:r>
              <a:rPr lang="en-US" dirty="0"/>
              <a:t>]</a:t>
            </a:r>
            <a:endParaRPr dirty="0"/>
          </a:p>
          <a:p>
            <a:r>
              <a:rPr dirty="0"/>
              <a:t>Launch Date: </a:t>
            </a:r>
            <a:r>
              <a:rPr lang="en-US" dirty="0"/>
              <a:t>[</a:t>
            </a:r>
            <a:r>
              <a:rPr dirty="0"/>
              <a:t>LAUNCH_DATE</a:t>
            </a:r>
            <a:r>
              <a:rPr lang="en-US" dirty="0"/>
              <a:t>]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dirty="0"/>
              <a:t>PRODUCT_NAME</a:t>
            </a:r>
            <a:r>
              <a:rPr lang="en-US" dirty="0"/>
              <a:t>]</a:t>
            </a:r>
            <a:r>
              <a:rPr dirty="0"/>
              <a:t> Pricing</a:t>
            </a:r>
          </a:p>
          <a:p>
            <a:r>
              <a:rPr dirty="0"/>
              <a:t>Standard Price: </a:t>
            </a:r>
            <a:r>
              <a:rPr lang="en-US" dirty="0"/>
              <a:t>[</a:t>
            </a:r>
            <a:r>
              <a:rPr dirty="0"/>
              <a:t>PRICE</a:t>
            </a:r>
            <a:r>
              <a:rPr lang="en-US" dirty="0"/>
              <a:t>]</a:t>
            </a:r>
            <a:endParaRPr dirty="0"/>
          </a:p>
          <a:p>
            <a:r>
              <a:rPr dirty="0"/>
              <a:t>Available from </a:t>
            </a:r>
            <a:r>
              <a:rPr lang="en-US" dirty="0"/>
              <a:t>[</a:t>
            </a:r>
            <a:r>
              <a:rPr dirty="0"/>
              <a:t>LAUNCH_DATE</a:t>
            </a:r>
            <a:r>
              <a:rPr lang="en-US" dirty="0"/>
              <a:t>]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Market Focus for </a:t>
            </a:r>
            <a:r>
              <a:rPr lang="en-US" dirty="0"/>
              <a:t>[</a:t>
            </a:r>
            <a:r>
              <a:rPr dirty="0"/>
              <a:t>PRODUCT_NAME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dirty="0"/>
              <a:t>PRODUCT_NAME</a:t>
            </a:r>
            <a:r>
              <a:rPr lang="en-US" dirty="0"/>
              <a:t>]</a:t>
            </a:r>
            <a:r>
              <a:rPr dirty="0"/>
              <a:t> is tailored for:</a:t>
            </a:r>
          </a:p>
          <a:p>
            <a:r>
              <a:rPr dirty="0"/>
              <a:t>- </a:t>
            </a:r>
            <a:r>
              <a:rPr lang="en-US" dirty="0"/>
              <a:t>[</a:t>
            </a:r>
            <a:r>
              <a:rPr dirty="0"/>
              <a:t>TARGET_MARKET</a:t>
            </a:r>
            <a:r>
              <a:rPr lang="en-US" dirty="0"/>
              <a:t>]</a:t>
            </a:r>
            <a:endParaRPr dirty="0"/>
          </a:p>
          <a:p>
            <a:r>
              <a:rPr dirty="0"/>
              <a:t>- Scalable deployments</a:t>
            </a:r>
          </a:p>
          <a:p>
            <a:r>
              <a:rPr dirty="0"/>
              <a:t>- Competitive pricing at </a:t>
            </a:r>
            <a:r>
              <a:rPr lang="en-US" dirty="0"/>
              <a:t>[</a:t>
            </a:r>
            <a:r>
              <a:rPr dirty="0"/>
              <a:t>PRICE</a:t>
            </a:r>
            <a:r>
              <a:rPr lang="en-US" dirty="0"/>
              <a:t>]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</Words>
  <Application>Microsoft Office PowerPoint</Application>
  <PresentationFormat>On-screen Show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[PRODUCT_NAME]</vt:lpstr>
      <vt:lpstr>Introducing [PRODUCT_NAME]</vt:lpstr>
      <vt:lpstr>Pricing Details</vt:lpstr>
      <vt:lpstr>Market Focus for [PRODUCT_NAME]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Atchaya Sekar</cp:lastModifiedBy>
  <cp:revision>2</cp:revision>
  <dcterms:created xsi:type="dcterms:W3CDTF">2013-01-27T09:14:16Z</dcterms:created>
  <dcterms:modified xsi:type="dcterms:W3CDTF">2026-04-01T10:25:59Z</dcterms:modified>
  <cp:category/>
</cp:coreProperties>
</file>