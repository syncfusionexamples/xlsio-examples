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HR Highlights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Annual All-Hands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People &amp;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Hiring growth</a:t>
            </a:r>
          </a:p>
          <a:p>
            <a:pPr lvl="1"/>
            <a:r>
              <a:t>Diversity initiatives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Learning &amp; development</a:t>
            </a:r>
          </a:p>
          <a:p>
            <a:pPr lvl="1"/>
            <a:r>
              <a:t>Wellness programs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