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CEO Welcome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Annual All-Hands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Opening Remarks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Welcome to the annual all-hands</a:t>
            </a:r>
          </a:p>
          <a:p>
            <a:pPr lvl="1"/>
            <a:r>
              <a:t>Company vision for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