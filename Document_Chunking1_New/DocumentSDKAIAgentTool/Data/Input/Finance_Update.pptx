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Finance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Annual All-Hands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FY2025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growth overview</a:t>
            </a:r>
          </a:p>
          <a:p>
            <a:pPr lvl="1"/>
            <a:r>
              <a:t>Margin improvements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FY2026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Investment priorities</a:t>
            </a:r>
          </a:p>
          <a:p>
            <a:pPr lvl="1"/>
            <a:r>
              <a:t>Financial discipline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