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All-Hands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 modernization</a:t>
            </a:r>
          </a:p>
          <a:p>
            <a:pPr lvl="1"/>
            <a:r>
              <a:t>Customer experience focus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Upcoming Launches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Alpha</a:t>
            </a:r>
          </a:p>
          <a:p>
            <a:pPr lvl="1"/>
            <a:r>
              <a:t>Product Beta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