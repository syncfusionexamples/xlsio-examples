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M&amp;A Strategy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– Executive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 growth through targeted acquisitions</a:t>
            </a:r>
          </a:p>
          <a:p>
            <a:pPr lvl="1"/>
            <a:r>
              <a:t>Expand capabilities in priority markets</a:t>
            </a:r>
          </a:p>
          <a:p>
            <a:pPr lvl="1"/>
            <a:r>
              <a:t>Strengthen competitive positioning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Selection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fit with core business</a:t>
            </a:r>
          </a:p>
          <a:p>
            <a:pPr lvl="1"/>
            <a:r>
              <a:t>Strong revenue growth and margins</a:t>
            </a:r>
          </a:p>
          <a:p>
            <a:pPr lvl="1"/>
            <a:r>
              <a:t>Cultural alignment and leadership depth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Regulatory and antitrust approvals</a:t>
            </a:r>
          </a:p>
          <a:p>
            <a:pPr lvl="1"/>
            <a:r>
              <a:t>Integration execution risk</a:t>
            </a:r>
          </a:p>
          <a:p>
            <a:pPr lvl="1"/>
            <a:r>
              <a:t>Retention of key talent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