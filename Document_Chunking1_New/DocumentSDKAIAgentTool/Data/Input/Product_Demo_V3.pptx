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Demo v3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Feature Walkthrough and Value Highlights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platform designed for scale</a:t>
            </a:r>
          </a:p>
          <a:p>
            <a:pPr lvl="1"/>
            <a:r>
              <a:t>Modern UI with intuitive workflows</a:t>
            </a:r>
          </a:p>
          <a:p>
            <a:pPr lvl="1"/>
            <a:r>
              <a:t>Cloud-native and secure by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analytics and dashboards</a:t>
            </a:r>
          </a:p>
          <a:p>
            <a:pPr lvl="1"/>
            <a:r>
              <a:t>Automation and configuration tools</a:t>
            </a:r>
          </a:p>
          <a:p>
            <a:pPr lvl="1"/>
            <a:r>
              <a:t>Role-based access controls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and navigation</a:t>
            </a:r>
          </a:p>
          <a:p>
            <a:pPr lvl="1"/>
            <a:r>
              <a:t>Core workflow demonstration</a:t>
            </a:r>
          </a:p>
          <a:p>
            <a:pPr lvl="1"/>
            <a:r>
              <a:t>Reporting and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operational complexity</a:t>
            </a:r>
          </a:p>
          <a:p>
            <a:pPr lvl="1"/>
            <a:r>
              <a:t>Improved decision-making</a:t>
            </a:r>
          </a:p>
          <a:p>
            <a:pPr lvl="1"/>
            <a:r>
              <a:t>Faster time to value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