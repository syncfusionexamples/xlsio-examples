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Annual All-Hands Meeting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Company-Wide Overview and Department Updates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CEO Welcome and Vision</a:t>
            </a:r>
          </a:p>
          <a:p>
            <a:pPr lvl="1"/>
            <a:r>
              <a:t>Finance Update</a:t>
            </a:r>
          </a:p>
          <a:p>
            <a:pPr lvl="1"/>
            <a:r>
              <a:t>Product Roadmap</a:t>
            </a:r>
          </a:p>
          <a:p>
            <a:pPr lvl="1"/>
            <a:r>
              <a:t>HR Highlights</a:t>
            </a:r>
          </a:p>
          <a:p>
            <a:pPr lvl="1"/>
            <a:r>
              <a:t>Engineering Wins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